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15.jpg" ContentType="image/jpeg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737" r:id="rId1"/>
  </p:sldMasterIdLst>
  <p:notesMasterIdLst>
    <p:notesMasterId r:id="rId17"/>
  </p:notesMasterIdLst>
  <p:sldIdLst>
    <p:sldId id="320" r:id="rId2"/>
    <p:sldId id="324" r:id="rId3"/>
    <p:sldId id="322" r:id="rId4"/>
    <p:sldId id="259" r:id="rId5"/>
    <p:sldId id="278" r:id="rId6"/>
    <p:sldId id="269" r:id="rId7"/>
    <p:sldId id="270" r:id="rId8"/>
    <p:sldId id="295" r:id="rId9"/>
    <p:sldId id="263" r:id="rId10"/>
    <p:sldId id="323" r:id="rId11"/>
    <p:sldId id="268" r:id="rId12"/>
    <p:sldId id="280" r:id="rId13"/>
    <p:sldId id="272" r:id="rId14"/>
    <p:sldId id="283" r:id="rId15"/>
    <p:sldId id="319" r:id="rId16"/>
  </p:sldIdLst>
  <p:sldSz cx="9144000" cy="5143500" type="screen16x9"/>
  <p:notesSz cx="6858000" cy="9144000"/>
  <p:embeddedFontLst>
    <p:embeddedFont>
      <p:font typeface="Corbel" panose="020B0503020204020204" pitchFamily="34" charset="0"/>
      <p:regular r:id="rId18"/>
      <p:bold r:id="rId19"/>
      <p:italic r:id="rId20"/>
      <p:boldItalic r:id="rId21"/>
    </p:embeddedFont>
    <p:embeddedFont>
      <p:font typeface="IBM Plex Sans Light" panose="020F0502020204030204" pitchFamily="34" charset="0"/>
      <p:regular r:id="rId22"/>
      <p:bold r:id="rId23"/>
      <p:italic r:id="rId24"/>
      <p:boldItalic r:id="rId25"/>
    </p:embeddedFont>
    <p:embeddedFont>
      <p:font typeface="Palatino Linotype" panose="02040502050505030304" pitchFamily="18" charset="0"/>
      <p:regular r:id="rId26"/>
      <p:bold r:id="rId27"/>
      <p:italic r:id="rId28"/>
      <p:boldItalic r:id="rId29"/>
    </p:embeddedFont>
    <p:embeddedFont>
      <p:font typeface="Tahoma" panose="020B0604030504040204" pitchFamily="34" charset="0"/>
      <p:regular r:id="rId30"/>
      <p:bold r:id="rId3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83DE01E-45EE-4B1A-B4AA-23BBC71A313A}">
  <a:tblStyle styleId="{083DE01E-45EE-4B1A-B4AA-23BBC71A313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044576A-F971-4820-8222-A4C219A6C28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449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14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r Sanjay" userId="26c5fb33abf79f1f" providerId="LiveId" clId="{1A503B4F-43F5-4E69-9FEE-4C2C1818A190}"/>
    <pc:docChg chg="undo redo custSel addSld delSld modSld modMainMaster">
      <pc:chgData name="Mr Sanjay" userId="26c5fb33abf79f1f" providerId="LiveId" clId="{1A503B4F-43F5-4E69-9FEE-4C2C1818A190}" dt="2024-11-20T11:53:09.632" v="583" actId="20577"/>
      <pc:docMkLst>
        <pc:docMk/>
      </pc:docMkLst>
      <pc:sldChg chg="modSp mod setBg">
        <pc:chgData name="Mr Sanjay" userId="26c5fb33abf79f1f" providerId="LiveId" clId="{1A503B4F-43F5-4E69-9FEE-4C2C1818A190}" dt="2024-11-20T11:43:53.857" v="497"/>
        <pc:sldMkLst>
          <pc:docMk/>
          <pc:sldMk cId="0" sldId="256"/>
        </pc:sldMkLst>
        <pc:spChg chg="mod">
          <ac:chgData name="Mr Sanjay" userId="26c5fb33abf79f1f" providerId="LiveId" clId="{1A503B4F-43F5-4E69-9FEE-4C2C1818A190}" dt="2024-11-20T11:43:53.857" v="497"/>
          <ac:spMkLst>
            <pc:docMk/>
            <pc:sldMk cId="0" sldId="256"/>
            <ac:spMk id="157" creationId="{00000000-0000-0000-0000-000000000000}"/>
          </ac:spMkLst>
        </pc:spChg>
      </pc:sldChg>
      <pc:sldChg chg="addSp delSp modSp add del mod modClrScheme addAnim delAnim chgLayout">
        <pc:chgData name="Mr Sanjay" userId="26c5fb33abf79f1f" providerId="LiveId" clId="{1A503B4F-43F5-4E69-9FEE-4C2C1818A190}" dt="2024-11-20T11:32:37.657" v="451" actId="47"/>
        <pc:sldMkLst>
          <pc:docMk/>
          <pc:sldMk cId="0" sldId="260"/>
        </pc:sldMkLst>
        <pc:spChg chg="add del mod">
          <ac:chgData name="Mr Sanjay" userId="26c5fb33abf79f1f" providerId="LiveId" clId="{1A503B4F-43F5-4E69-9FEE-4C2C1818A190}" dt="2024-11-20T11:31:09.190" v="442" actId="6264"/>
          <ac:spMkLst>
            <pc:docMk/>
            <pc:sldMk cId="0" sldId="260"/>
            <ac:spMk id="2" creationId="{C2C1FEF5-9039-A366-CA08-45E864878E12}"/>
          </ac:spMkLst>
        </pc:spChg>
        <pc:spChg chg="add del mod">
          <ac:chgData name="Mr Sanjay" userId="26c5fb33abf79f1f" providerId="LiveId" clId="{1A503B4F-43F5-4E69-9FEE-4C2C1818A190}" dt="2024-11-20T11:31:09.190" v="442" actId="6264"/>
          <ac:spMkLst>
            <pc:docMk/>
            <pc:sldMk cId="0" sldId="260"/>
            <ac:spMk id="3" creationId="{1274521D-7439-DBD7-9D0C-2EDEBD1169C4}"/>
          </ac:spMkLst>
        </pc:spChg>
        <pc:spChg chg="add del mod ord">
          <ac:chgData name="Mr Sanjay" userId="26c5fb33abf79f1f" providerId="LiveId" clId="{1A503B4F-43F5-4E69-9FEE-4C2C1818A190}" dt="2024-11-20T11:31:22.758" v="444" actId="700"/>
          <ac:spMkLst>
            <pc:docMk/>
            <pc:sldMk cId="0" sldId="260"/>
            <ac:spMk id="4" creationId="{A6B4D0A1-C840-BFE5-B35C-C378259CA99C}"/>
          </ac:spMkLst>
        </pc:spChg>
        <pc:spChg chg="add del mod">
          <ac:chgData name="Mr Sanjay" userId="26c5fb33abf79f1f" providerId="LiveId" clId="{1A503B4F-43F5-4E69-9FEE-4C2C1818A190}" dt="2024-11-20T11:31:29.155" v="446" actId="6264"/>
          <ac:spMkLst>
            <pc:docMk/>
            <pc:sldMk cId="0" sldId="260"/>
            <ac:spMk id="5" creationId="{24CC5837-B9C9-C3C2-D254-0D64C62FF89B}"/>
          </ac:spMkLst>
        </pc:spChg>
        <pc:spChg chg="add del mod">
          <ac:chgData name="Mr Sanjay" userId="26c5fb33abf79f1f" providerId="LiveId" clId="{1A503B4F-43F5-4E69-9FEE-4C2C1818A190}" dt="2024-11-20T11:31:29.155" v="446" actId="6264"/>
          <ac:spMkLst>
            <pc:docMk/>
            <pc:sldMk cId="0" sldId="260"/>
            <ac:spMk id="6" creationId="{F58C51EB-D444-7E32-4F30-6240BC857527}"/>
          </ac:spMkLst>
        </pc:spChg>
        <pc:spChg chg="mod ord">
          <ac:chgData name="Mr Sanjay" userId="26c5fb33abf79f1f" providerId="LiveId" clId="{1A503B4F-43F5-4E69-9FEE-4C2C1818A190}" dt="2024-11-20T11:32:32.798" v="450"/>
          <ac:spMkLst>
            <pc:docMk/>
            <pc:sldMk cId="0" sldId="260"/>
            <ac:spMk id="185" creationId="{00000000-0000-0000-0000-000000000000}"/>
          </ac:spMkLst>
        </pc:spChg>
        <pc:spChg chg="mod ord">
          <ac:chgData name="Mr Sanjay" userId="26c5fb33abf79f1f" providerId="LiveId" clId="{1A503B4F-43F5-4E69-9FEE-4C2C1818A190}" dt="2024-11-20T11:32:32.798" v="450"/>
          <ac:spMkLst>
            <pc:docMk/>
            <pc:sldMk cId="0" sldId="260"/>
            <ac:spMk id="186" creationId="{00000000-0000-0000-0000-000000000000}"/>
          </ac:spMkLst>
        </pc:spChg>
      </pc:sldChg>
      <pc:sldChg chg="modSp modAnim">
        <pc:chgData name="Mr Sanjay" userId="26c5fb33abf79f1f" providerId="LiveId" clId="{1A503B4F-43F5-4E69-9FEE-4C2C1818A190}" dt="2024-11-20T11:43:53.857" v="497"/>
        <pc:sldMkLst>
          <pc:docMk/>
          <pc:sldMk cId="0" sldId="261"/>
        </pc:sldMkLst>
        <pc:spChg chg="mod">
          <ac:chgData name="Mr Sanjay" userId="26c5fb33abf79f1f" providerId="LiveId" clId="{1A503B4F-43F5-4E69-9FEE-4C2C1818A190}" dt="2024-11-20T11:43:53.857" v="497"/>
          <ac:spMkLst>
            <pc:docMk/>
            <pc:sldMk cId="0" sldId="261"/>
            <ac:spMk id="191" creationId="{00000000-0000-0000-0000-000000000000}"/>
          </ac:spMkLst>
        </pc:spChg>
        <pc:spChg chg="mod">
          <ac:chgData name="Mr Sanjay" userId="26c5fb33abf79f1f" providerId="LiveId" clId="{1A503B4F-43F5-4E69-9FEE-4C2C1818A190}" dt="2024-11-20T11:33:35.247" v="456" actId="12"/>
          <ac:spMkLst>
            <pc:docMk/>
            <pc:sldMk cId="0" sldId="261"/>
            <ac:spMk id="192" creationId="{00000000-0000-0000-0000-000000000000}"/>
          </ac:spMkLst>
        </pc:spChg>
        <pc:spChg chg="mod">
          <ac:chgData name="Mr Sanjay" userId="26c5fb33abf79f1f" providerId="LiveId" clId="{1A503B4F-43F5-4E69-9FEE-4C2C1818A190}" dt="2024-11-20T11:43:53.857" v="497"/>
          <ac:spMkLst>
            <pc:docMk/>
            <pc:sldMk cId="0" sldId="261"/>
            <ac:spMk id="193" creationId="{00000000-0000-0000-0000-000000000000}"/>
          </ac:spMkLst>
        </pc:spChg>
      </pc:sldChg>
      <pc:sldChg chg="modSp mod">
        <pc:chgData name="Mr Sanjay" userId="26c5fb33abf79f1f" providerId="LiveId" clId="{1A503B4F-43F5-4E69-9FEE-4C2C1818A190}" dt="2024-11-20T11:43:53.857" v="497"/>
        <pc:sldMkLst>
          <pc:docMk/>
          <pc:sldMk cId="0" sldId="262"/>
        </pc:sldMkLst>
        <pc:spChg chg="mod">
          <ac:chgData name="Mr Sanjay" userId="26c5fb33abf79f1f" providerId="LiveId" clId="{1A503B4F-43F5-4E69-9FEE-4C2C1818A190}" dt="2024-11-20T11:43:53.857" v="497"/>
          <ac:spMkLst>
            <pc:docMk/>
            <pc:sldMk cId="0" sldId="262"/>
            <ac:spMk id="213" creationId="{00000000-0000-0000-0000-000000000000}"/>
          </ac:spMkLst>
        </pc:spChg>
        <pc:picChg chg="mod">
          <ac:chgData name="Mr Sanjay" userId="26c5fb33abf79f1f" providerId="LiveId" clId="{1A503B4F-43F5-4E69-9FEE-4C2C1818A190}" dt="2024-11-19T06:06:22.682" v="111" actId="1035"/>
          <ac:picMkLst>
            <pc:docMk/>
            <pc:sldMk cId="0" sldId="262"/>
            <ac:picMk id="4" creationId="{39E963CD-7883-B89F-4066-A902F5A38FBF}"/>
          </ac:picMkLst>
        </pc:picChg>
      </pc:sldChg>
      <pc:sldChg chg="modSp">
        <pc:chgData name="Mr Sanjay" userId="26c5fb33abf79f1f" providerId="LiveId" clId="{1A503B4F-43F5-4E69-9FEE-4C2C1818A190}" dt="2024-11-20T11:43:53.857" v="497"/>
        <pc:sldMkLst>
          <pc:docMk/>
          <pc:sldMk cId="0" sldId="263"/>
        </pc:sldMkLst>
        <pc:spChg chg="mod">
          <ac:chgData name="Mr Sanjay" userId="26c5fb33abf79f1f" providerId="LiveId" clId="{1A503B4F-43F5-4E69-9FEE-4C2C1818A190}" dt="2024-11-20T11:43:53.857" v="497"/>
          <ac:spMkLst>
            <pc:docMk/>
            <pc:sldMk cId="0" sldId="263"/>
            <ac:spMk id="219" creationId="{00000000-0000-0000-0000-000000000000}"/>
          </ac:spMkLst>
        </pc:spChg>
        <pc:spChg chg="mod">
          <ac:chgData name="Mr Sanjay" userId="26c5fb33abf79f1f" providerId="LiveId" clId="{1A503B4F-43F5-4E69-9FEE-4C2C1818A190}" dt="2024-11-20T11:43:53.857" v="497"/>
          <ac:spMkLst>
            <pc:docMk/>
            <pc:sldMk cId="0" sldId="263"/>
            <ac:spMk id="221" creationId="{00000000-0000-0000-0000-000000000000}"/>
          </ac:spMkLst>
        </pc:spChg>
      </pc:sldChg>
      <pc:sldChg chg="addSp delSp modSp mod setBg">
        <pc:chgData name="Mr Sanjay" userId="26c5fb33abf79f1f" providerId="LiveId" clId="{1A503B4F-43F5-4E69-9FEE-4C2C1818A190}" dt="2024-11-20T11:49:09.960" v="543" actId="1076"/>
        <pc:sldMkLst>
          <pc:docMk/>
          <pc:sldMk cId="0" sldId="265"/>
        </pc:sldMkLst>
        <pc:spChg chg="add del mod">
          <ac:chgData name="Mr Sanjay" userId="26c5fb33abf79f1f" providerId="LiveId" clId="{1A503B4F-43F5-4E69-9FEE-4C2C1818A190}" dt="2024-11-20T02:43:13.477" v="389"/>
          <ac:spMkLst>
            <pc:docMk/>
            <pc:sldMk cId="0" sldId="265"/>
            <ac:spMk id="2" creationId="{73AD7B4E-6179-D097-184A-5A4DD9634472}"/>
          </ac:spMkLst>
        </pc:spChg>
        <pc:spChg chg="add mod">
          <ac:chgData name="Mr Sanjay" userId="26c5fb33abf79f1f" providerId="LiveId" clId="{1A503B4F-43F5-4E69-9FEE-4C2C1818A190}" dt="2024-11-20T11:49:09.960" v="543" actId="1076"/>
          <ac:spMkLst>
            <pc:docMk/>
            <pc:sldMk cId="0" sldId="265"/>
            <ac:spMk id="3" creationId="{4A222042-CBA4-3FC3-80FF-F060DC79AD63}"/>
          </ac:spMkLst>
        </pc:spChg>
        <pc:spChg chg="mod">
          <ac:chgData name="Mr Sanjay" userId="26c5fb33abf79f1f" providerId="LiveId" clId="{1A503B4F-43F5-4E69-9FEE-4C2C1818A190}" dt="2024-11-20T02:49:26.283" v="428" actId="1076"/>
          <ac:spMkLst>
            <pc:docMk/>
            <pc:sldMk cId="0" sldId="265"/>
            <ac:spMk id="235" creationId="{00000000-0000-0000-0000-000000000000}"/>
          </ac:spMkLst>
        </pc:spChg>
        <pc:spChg chg="del mod">
          <ac:chgData name="Mr Sanjay" userId="26c5fb33abf79f1f" providerId="LiveId" clId="{1A503B4F-43F5-4E69-9FEE-4C2C1818A190}" dt="2024-11-20T02:41:52.443" v="382"/>
          <ac:spMkLst>
            <pc:docMk/>
            <pc:sldMk cId="0" sldId="265"/>
            <ac:spMk id="236" creationId="{00000000-0000-0000-0000-000000000000}"/>
          </ac:spMkLst>
        </pc:spChg>
        <pc:spChg chg="mod">
          <ac:chgData name="Mr Sanjay" userId="26c5fb33abf79f1f" providerId="LiveId" clId="{1A503B4F-43F5-4E69-9FEE-4C2C1818A190}" dt="2024-11-20T11:43:53.857" v="497"/>
          <ac:spMkLst>
            <pc:docMk/>
            <pc:sldMk cId="0" sldId="265"/>
            <ac:spMk id="237" creationId="{00000000-0000-0000-0000-000000000000}"/>
          </ac:spMkLst>
        </pc:spChg>
      </pc:sldChg>
      <pc:sldChg chg="modSp add del">
        <pc:chgData name="Mr Sanjay" userId="26c5fb33abf79f1f" providerId="LiveId" clId="{1A503B4F-43F5-4E69-9FEE-4C2C1818A190}" dt="2024-11-20T11:43:57.275" v="499" actId="47"/>
        <pc:sldMkLst>
          <pc:docMk/>
          <pc:sldMk cId="0" sldId="269"/>
        </pc:sldMkLst>
        <pc:spChg chg="mod">
          <ac:chgData name="Mr Sanjay" userId="26c5fb33abf79f1f" providerId="LiveId" clId="{1A503B4F-43F5-4E69-9FEE-4C2C1818A190}" dt="2024-11-20T11:30:51.983" v="439"/>
          <ac:spMkLst>
            <pc:docMk/>
            <pc:sldMk cId="0" sldId="269"/>
            <ac:spMk id="276" creationId="{00000000-0000-0000-0000-000000000000}"/>
          </ac:spMkLst>
        </pc:spChg>
        <pc:spChg chg="mod">
          <ac:chgData name="Mr Sanjay" userId="26c5fb33abf79f1f" providerId="LiveId" clId="{1A503B4F-43F5-4E69-9FEE-4C2C1818A190}" dt="2024-11-20T11:32:32.798" v="450"/>
          <ac:spMkLst>
            <pc:docMk/>
            <pc:sldMk cId="0" sldId="269"/>
            <ac:spMk id="278" creationId="{00000000-0000-0000-0000-000000000000}"/>
          </ac:spMkLst>
        </pc:spChg>
      </pc:sldChg>
      <pc:sldChg chg="addSp modSp mod setBg">
        <pc:chgData name="Mr Sanjay" userId="26c5fb33abf79f1f" providerId="LiveId" clId="{1A503B4F-43F5-4E69-9FEE-4C2C1818A190}" dt="2024-11-20T11:49:50.542" v="575" actId="1076"/>
        <pc:sldMkLst>
          <pc:docMk/>
          <pc:sldMk cId="0" sldId="277"/>
        </pc:sldMkLst>
        <pc:spChg chg="mod">
          <ac:chgData name="Mr Sanjay" userId="26c5fb33abf79f1f" providerId="LiveId" clId="{1A503B4F-43F5-4E69-9FEE-4C2C1818A190}" dt="2024-11-20T11:49:30.920" v="573" actId="1037"/>
          <ac:spMkLst>
            <pc:docMk/>
            <pc:sldMk cId="0" sldId="277"/>
            <ac:spMk id="390" creationId="{00000000-0000-0000-0000-000000000000}"/>
          </ac:spMkLst>
        </pc:spChg>
        <pc:spChg chg="mod">
          <ac:chgData name="Mr Sanjay" userId="26c5fb33abf79f1f" providerId="LiveId" clId="{1A503B4F-43F5-4E69-9FEE-4C2C1818A190}" dt="2024-11-20T11:30:51.983" v="439"/>
          <ac:spMkLst>
            <pc:docMk/>
            <pc:sldMk cId="0" sldId="277"/>
            <ac:spMk id="391" creationId="{00000000-0000-0000-0000-000000000000}"/>
          </ac:spMkLst>
        </pc:spChg>
        <pc:spChg chg="mod">
          <ac:chgData name="Mr Sanjay" userId="26c5fb33abf79f1f" providerId="LiveId" clId="{1A503B4F-43F5-4E69-9FEE-4C2C1818A190}" dt="2024-11-20T11:43:53.857" v="497"/>
          <ac:spMkLst>
            <pc:docMk/>
            <pc:sldMk cId="0" sldId="277"/>
            <ac:spMk id="393" creationId="{00000000-0000-0000-0000-000000000000}"/>
          </ac:spMkLst>
        </pc:spChg>
        <pc:grpChg chg="mod">
          <ac:chgData name="Mr Sanjay" userId="26c5fb33abf79f1f" providerId="LiveId" clId="{1A503B4F-43F5-4E69-9FEE-4C2C1818A190}" dt="2024-11-20T11:49:45.888" v="574" actId="1076"/>
          <ac:grpSpMkLst>
            <pc:docMk/>
            <pc:sldMk cId="0" sldId="277"/>
            <ac:grpSpMk id="394" creationId="{00000000-0000-0000-0000-000000000000}"/>
          </ac:grpSpMkLst>
        </pc:grpChg>
        <pc:picChg chg="mod">
          <ac:chgData name="Mr Sanjay" userId="26c5fb33abf79f1f" providerId="LiveId" clId="{1A503B4F-43F5-4E69-9FEE-4C2C1818A190}" dt="2024-11-20T11:49:50.542" v="575" actId="1076"/>
          <ac:picMkLst>
            <pc:docMk/>
            <pc:sldMk cId="0" sldId="277"/>
            <ac:picMk id="3" creationId="{E0080BFD-9ABA-D61E-E8E7-DD20BF1AB09C}"/>
          </ac:picMkLst>
        </pc:picChg>
        <pc:picChg chg="add mod">
          <ac:chgData name="Mr Sanjay" userId="26c5fb33abf79f1f" providerId="LiveId" clId="{1A503B4F-43F5-4E69-9FEE-4C2C1818A190}" dt="2024-11-19T04:51:27.653" v="17" actId="1076"/>
          <ac:picMkLst>
            <pc:docMk/>
            <pc:sldMk cId="0" sldId="277"/>
            <ac:picMk id="4" creationId="{87AAD2F0-8A19-2E0C-7A9C-358A074839B2}"/>
          </ac:picMkLst>
        </pc:picChg>
        <pc:picChg chg="add mod">
          <ac:chgData name="Mr Sanjay" userId="26c5fb33abf79f1f" providerId="LiveId" clId="{1A503B4F-43F5-4E69-9FEE-4C2C1818A190}" dt="2024-11-19T04:52:40.636" v="24" actId="1076"/>
          <ac:picMkLst>
            <pc:docMk/>
            <pc:sldMk cId="0" sldId="277"/>
            <ac:picMk id="6" creationId="{58D7AB27-FA87-B65A-E1A6-4C1CDFCD9C8C}"/>
          </ac:picMkLst>
        </pc:picChg>
        <pc:picChg chg="mod">
          <ac:chgData name="Mr Sanjay" userId="26c5fb33abf79f1f" providerId="LiveId" clId="{1A503B4F-43F5-4E69-9FEE-4C2C1818A190}" dt="2024-11-19T04:51:36.174" v="19" actId="1076"/>
          <ac:picMkLst>
            <pc:docMk/>
            <pc:sldMk cId="0" sldId="277"/>
            <ac:picMk id="8" creationId="{CD70BF1A-BCF5-5255-3D2A-0B1E824A7469}"/>
          </ac:picMkLst>
        </pc:picChg>
      </pc:sldChg>
      <pc:sldChg chg="del">
        <pc:chgData name="Mr Sanjay" userId="26c5fb33abf79f1f" providerId="LiveId" clId="{1A503B4F-43F5-4E69-9FEE-4C2C1818A190}" dt="2024-11-19T17:13:22.168" v="354" actId="47"/>
        <pc:sldMkLst>
          <pc:docMk/>
          <pc:sldMk cId="0" sldId="278"/>
        </pc:sldMkLst>
      </pc:sldChg>
      <pc:sldChg chg="addSp delSp modSp add del mod">
        <pc:chgData name="Mr Sanjay" userId="26c5fb33abf79f1f" providerId="LiveId" clId="{1A503B4F-43F5-4E69-9FEE-4C2C1818A190}" dt="2024-11-19T17:17:36.263" v="371" actId="47"/>
        <pc:sldMkLst>
          <pc:docMk/>
          <pc:sldMk cId="0" sldId="288"/>
        </pc:sldMkLst>
        <pc:spChg chg="mod">
          <ac:chgData name="Mr Sanjay" userId="26c5fb33abf79f1f" providerId="LiveId" clId="{1A503B4F-43F5-4E69-9FEE-4C2C1818A190}" dt="2024-11-19T17:11:06.695" v="258" actId="20577"/>
          <ac:spMkLst>
            <pc:docMk/>
            <pc:sldMk cId="0" sldId="288"/>
            <ac:spMk id="2" creationId="{666F8F49-2110-DAFF-B784-C8C52C44499B}"/>
          </ac:spMkLst>
        </pc:spChg>
        <pc:spChg chg="mod">
          <ac:chgData name="Mr Sanjay" userId="26c5fb33abf79f1f" providerId="LiveId" clId="{1A503B4F-43F5-4E69-9FEE-4C2C1818A190}" dt="2024-11-19T17:12:03.737" v="341" actId="20577"/>
          <ac:spMkLst>
            <pc:docMk/>
            <pc:sldMk cId="0" sldId="288"/>
            <ac:spMk id="3" creationId="{8F36CB78-56F2-E075-797F-D5CFC6FFEC77}"/>
          </ac:spMkLst>
        </pc:spChg>
        <pc:spChg chg="mod">
          <ac:chgData name="Mr Sanjay" userId="26c5fb33abf79f1f" providerId="LiveId" clId="{1A503B4F-43F5-4E69-9FEE-4C2C1818A190}" dt="2024-11-19T17:11:36.639" v="303" actId="20577"/>
          <ac:spMkLst>
            <pc:docMk/>
            <pc:sldMk cId="0" sldId="288"/>
            <ac:spMk id="4" creationId="{D4B51EBB-BEBA-E512-2FF9-7EAC35FB1035}"/>
          </ac:spMkLst>
        </pc:spChg>
        <pc:spChg chg="mod">
          <ac:chgData name="Mr Sanjay" userId="26c5fb33abf79f1f" providerId="LiveId" clId="{1A503B4F-43F5-4E69-9FEE-4C2C1818A190}" dt="2024-11-19T17:14:51.533" v="357"/>
          <ac:spMkLst>
            <pc:docMk/>
            <pc:sldMk cId="0" sldId="288"/>
            <ac:spMk id="598" creationId="{00000000-0000-0000-0000-000000000000}"/>
          </ac:spMkLst>
        </pc:spChg>
        <pc:spChg chg="mod">
          <ac:chgData name="Mr Sanjay" userId="26c5fb33abf79f1f" providerId="LiveId" clId="{1A503B4F-43F5-4E69-9FEE-4C2C1818A190}" dt="2024-11-19T17:14:51.533" v="357"/>
          <ac:spMkLst>
            <pc:docMk/>
            <pc:sldMk cId="0" sldId="288"/>
            <ac:spMk id="599" creationId="{00000000-0000-0000-0000-000000000000}"/>
          </ac:spMkLst>
        </pc:spChg>
        <pc:spChg chg="mod">
          <ac:chgData name="Mr Sanjay" userId="26c5fb33abf79f1f" providerId="LiveId" clId="{1A503B4F-43F5-4E69-9FEE-4C2C1818A190}" dt="2024-11-19T17:10:52.741" v="228" actId="20577"/>
          <ac:spMkLst>
            <pc:docMk/>
            <pc:sldMk cId="0" sldId="288"/>
            <ac:spMk id="601" creationId="{00000000-0000-0000-0000-000000000000}"/>
          </ac:spMkLst>
        </pc:spChg>
        <pc:picChg chg="add del">
          <ac:chgData name="Mr Sanjay" userId="26c5fb33abf79f1f" providerId="LiveId" clId="{1A503B4F-43F5-4E69-9FEE-4C2C1818A190}" dt="2024-11-19T17:12:08.832" v="343" actId="478"/>
          <ac:picMkLst>
            <pc:docMk/>
            <pc:sldMk cId="0" sldId="288"/>
            <ac:picMk id="602" creationId="{00000000-0000-0000-0000-000000000000}"/>
          </ac:picMkLst>
        </pc:picChg>
      </pc:sldChg>
      <pc:sldChg chg="delSp del mod delAnim">
        <pc:chgData name="Mr Sanjay" userId="26c5fb33abf79f1f" providerId="LiveId" clId="{1A503B4F-43F5-4E69-9FEE-4C2C1818A190}" dt="2024-11-19T04:56:42.521" v="71" actId="47"/>
        <pc:sldMkLst>
          <pc:docMk/>
          <pc:sldMk cId="0" sldId="292"/>
        </pc:sldMkLst>
        <pc:picChg chg="del">
          <ac:chgData name="Mr Sanjay" userId="26c5fb33abf79f1f" providerId="LiveId" clId="{1A503B4F-43F5-4E69-9FEE-4C2C1818A190}" dt="2024-11-19T04:56:39.404" v="70" actId="478"/>
          <ac:picMkLst>
            <pc:docMk/>
            <pc:sldMk cId="0" sldId="292"/>
            <ac:picMk id="7" creationId="{69B0BBC9-2518-A128-BDD7-960C18004DBA}"/>
          </ac:picMkLst>
        </pc:picChg>
      </pc:sldChg>
      <pc:sldChg chg="modSp mod">
        <pc:chgData name="Mr Sanjay" userId="26c5fb33abf79f1f" providerId="LiveId" clId="{1A503B4F-43F5-4E69-9FEE-4C2C1818A190}" dt="2024-11-20T11:43:53.857" v="497"/>
        <pc:sldMkLst>
          <pc:docMk/>
          <pc:sldMk cId="2955089913" sldId="294"/>
        </pc:sldMkLst>
        <pc:spChg chg="mod">
          <ac:chgData name="Mr Sanjay" userId="26c5fb33abf79f1f" providerId="LiveId" clId="{1A503B4F-43F5-4E69-9FEE-4C2C1818A190}" dt="2024-11-20T11:32:58.069" v="455" actId="1076"/>
          <ac:spMkLst>
            <pc:docMk/>
            <pc:sldMk cId="2955089913" sldId="294"/>
            <ac:spMk id="2" creationId="{15124E9D-C2A3-333C-4712-132CDC495037}"/>
          </ac:spMkLst>
        </pc:spChg>
        <pc:spChg chg="mod">
          <ac:chgData name="Mr Sanjay" userId="26c5fb33abf79f1f" providerId="LiveId" clId="{1A503B4F-43F5-4E69-9FEE-4C2C1818A190}" dt="2024-11-20T11:43:53.857" v="497"/>
          <ac:spMkLst>
            <pc:docMk/>
            <pc:sldMk cId="2955089913" sldId="294"/>
            <ac:spMk id="219" creationId="{00000000-0000-0000-0000-000000000000}"/>
          </ac:spMkLst>
        </pc:spChg>
        <pc:spChg chg="mod">
          <ac:chgData name="Mr Sanjay" userId="26c5fb33abf79f1f" providerId="LiveId" clId="{1A503B4F-43F5-4E69-9FEE-4C2C1818A190}" dt="2024-11-20T11:43:53.857" v="497"/>
          <ac:spMkLst>
            <pc:docMk/>
            <pc:sldMk cId="2955089913" sldId="294"/>
            <ac:spMk id="221" creationId="{00000000-0000-0000-0000-000000000000}"/>
          </ac:spMkLst>
        </pc:spChg>
      </pc:sldChg>
      <pc:sldChg chg="modSp mod">
        <pc:chgData name="Mr Sanjay" userId="26c5fb33abf79f1f" providerId="LiveId" clId="{1A503B4F-43F5-4E69-9FEE-4C2C1818A190}" dt="2024-11-20T11:43:53.857" v="497"/>
        <pc:sldMkLst>
          <pc:docMk/>
          <pc:sldMk cId="3344843611" sldId="295"/>
        </pc:sldMkLst>
        <pc:spChg chg="mod">
          <ac:chgData name="Mr Sanjay" userId="26c5fb33abf79f1f" providerId="LiveId" clId="{1A503B4F-43F5-4E69-9FEE-4C2C1818A190}" dt="2024-11-20T11:30:52.124" v="440" actId="27636"/>
          <ac:spMkLst>
            <pc:docMk/>
            <pc:sldMk cId="3344843611" sldId="295"/>
            <ac:spMk id="2" creationId="{787210E8-2149-1496-B1C5-9F1061CD1191}"/>
          </ac:spMkLst>
        </pc:spChg>
        <pc:spChg chg="mod">
          <ac:chgData name="Mr Sanjay" userId="26c5fb33abf79f1f" providerId="LiveId" clId="{1A503B4F-43F5-4E69-9FEE-4C2C1818A190}" dt="2024-11-20T11:43:53.857" v="497"/>
          <ac:spMkLst>
            <pc:docMk/>
            <pc:sldMk cId="3344843611" sldId="295"/>
            <ac:spMk id="3" creationId="{C112A644-3CE4-FCDE-5283-8B05FDA75EB6}"/>
          </ac:spMkLst>
        </pc:spChg>
        <pc:picChg chg="mod modCrop">
          <ac:chgData name="Mr Sanjay" userId="26c5fb33abf79f1f" providerId="LiveId" clId="{1A503B4F-43F5-4E69-9FEE-4C2C1818A190}" dt="2024-11-20T11:36:08.408" v="478" actId="1076"/>
          <ac:picMkLst>
            <pc:docMk/>
            <pc:sldMk cId="3344843611" sldId="295"/>
            <ac:picMk id="10" creationId="{B5CD7B21-35F1-F75C-8755-27DBA1DD6256}"/>
          </ac:picMkLst>
        </pc:picChg>
      </pc:sldChg>
      <pc:sldChg chg="delSp modSp add del mod">
        <pc:chgData name="Mr Sanjay" userId="26c5fb33abf79f1f" providerId="LiveId" clId="{1A503B4F-43F5-4E69-9FEE-4C2C1818A190}" dt="2024-11-20T11:53:09.632" v="583" actId="20577"/>
        <pc:sldMkLst>
          <pc:docMk/>
          <pc:sldMk cId="0" sldId="297"/>
        </pc:sldMkLst>
        <pc:spChg chg="del">
          <ac:chgData name="Mr Sanjay" userId="26c5fb33abf79f1f" providerId="LiveId" clId="{1A503B4F-43F5-4E69-9FEE-4C2C1818A190}" dt="2024-11-19T17:17:16.276" v="370" actId="478"/>
          <ac:spMkLst>
            <pc:docMk/>
            <pc:sldMk cId="0" sldId="297"/>
            <ac:spMk id="2" creationId="{703EBF92-3354-D148-1F82-7891A8C5BF27}"/>
          </ac:spMkLst>
        </pc:spChg>
        <pc:spChg chg="del">
          <ac:chgData name="Mr Sanjay" userId="26c5fb33abf79f1f" providerId="LiveId" clId="{1A503B4F-43F5-4E69-9FEE-4C2C1818A190}" dt="2024-11-19T17:17:12.518" v="369" actId="478"/>
          <ac:spMkLst>
            <pc:docMk/>
            <pc:sldMk cId="0" sldId="297"/>
            <ac:spMk id="3" creationId="{D1E61ADF-62F1-F23A-395A-BECD0FA4E4CE}"/>
          </ac:spMkLst>
        </pc:spChg>
        <pc:spChg chg="mod">
          <ac:chgData name="Mr Sanjay" userId="26c5fb33abf79f1f" providerId="LiveId" clId="{1A503B4F-43F5-4E69-9FEE-4C2C1818A190}" dt="2024-11-20T11:51:01.014" v="582" actId="1076"/>
          <ac:spMkLst>
            <pc:docMk/>
            <pc:sldMk cId="0" sldId="297"/>
            <ac:spMk id="5" creationId="{83BD71A5-F7E0-5D25-A524-C0D69C7C173D}"/>
          </ac:spMkLst>
        </pc:spChg>
        <pc:spChg chg="mod">
          <ac:chgData name="Mr Sanjay" userId="26c5fb33abf79f1f" providerId="LiveId" clId="{1A503B4F-43F5-4E69-9FEE-4C2C1818A190}" dt="2024-11-20T11:53:09.632" v="583" actId="20577"/>
          <ac:spMkLst>
            <pc:docMk/>
            <pc:sldMk cId="0" sldId="297"/>
            <ac:spMk id="7" creationId="{94AECB9D-0856-8B31-676F-4DAD847B3149}"/>
          </ac:spMkLst>
        </pc:spChg>
        <pc:spChg chg="mod">
          <ac:chgData name="Mr Sanjay" userId="26c5fb33abf79f1f" providerId="LiveId" clId="{1A503B4F-43F5-4E69-9FEE-4C2C1818A190}" dt="2024-11-20T11:50:27.134" v="578" actId="122"/>
          <ac:spMkLst>
            <pc:docMk/>
            <pc:sldMk cId="0" sldId="297"/>
            <ac:spMk id="9" creationId="{B69F302F-488B-864B-ED1F-053FEB695065}"/>
          </ac:spMkLst>
        </pc:spChg>
      </pc:sldChg>
      <pc:sldChg chg="delSp modSp add mod">
        <pc:chgData name="Mr Sanjay" userId="26c5fb33abf79f1f" providerId="LiveId" clId="{1A503B4F-43F5-4E69-9FEE-4C2C1818A190}" dt="2024-11-20T11:43:53.857" v="497"/>
        <pc:sldMkLst>
          <pc:docMk/>
          <pc:sldMk cId="0" sldId="319"/>
        </pc:sldMkLst>
        <pc:spChg chg="mod">
          <ac:chgData name="Mr Sanjay" userId="26c5fb33abf79f1f" providerId="LiveId" clId="{1A503B4F-43F5-4E69-9FEE-4C2C1818A190}" dt="2024-11-20T11:43:53.857" v="497"/>
          <ac:spMkLst>
            <pc:docMk/>
            <pc:sldMk cId="0" sldId="319"/>
            <ac:spMk id="2" creationId="{45757612-FD2C-30B1-50A1-2039E77FF8BF}"/>
          </ac:spMkLst>
        </pc:spChg>
        <pc:spChg chg="del mod">
          <ac:chgData name="Mr Sanjay" userId="26c5fb33abf79f1f" providerId="LiveId" clId="{1A503B4F-43F5-4E69-9FEE-4C2C1818A190}" dt="2024-11-19T17:13:06.964" v="351" actId="478"/>
          <ac:spMkLst>
            <pc:docMk/>
            <pc:sldMk cId="0" sldId="319"/>
            <ac:spMk id="5" creationId="{C66C41D6-BD2D-EFA0-7789-7B54C3CA8C1D}"/>
          </ac:spMkLst>
        </pc:spChg>
        <pc:spChg chg="del mod">
          <ac:chgData name="Mr Sanjay" userId="26c5fb33abf79f1f" providerId="LiveId" clId="{1A503B4F-43F5-4E69-9FEE-4C2C1818A190}" dt="2024-11-19T17:13:16.082" v="353" actId="478"/>
          <ac:spMkLst>
            <pc:docMk/>
            <pc:sldMk cId="0" sldId="319"/>
            <ac:spMk id="6" creationId="{2312A907-EB2E-C59C-900D-D60FAC6F2E3C}"/>
          </ac:spMkLst>
        </pc:spChg>
      </pc:sldChg>
      <pc:sldMasterChg chg="modTransition setBg addSldLayout delSldLayout modSldLayout">
        <pc:chgData name="Mr Sanjay" userId="26c5fb33abf79f1f" providerId="LiveId" clId="{1A503B4F-43F5-4E69-9FEE-4C2C1818A190}" dt="2024-11-20T11:43:57.275" v="499" actId="47"/>
        <pc:sldMasterMkLst>
          <pc:docMk/>
          <pc:sldMasterMk cId="443269983" sldId="2147483663"/>
        </pc:sldMasterMkLst>
        <pc:sldLayoutChg chg="delSp">
          <pc:chgData name="Mr Sanjay" userId="26c5fb33abf79f1f" providerId="LiveId" clId="{1A503B4F-43F5-4E69-9FEE-4C2C1818A190}" dt="2024-11-20T11:30:51.983" v="439"/>
          <pc:sldLayoutMkLst>
            <pc:docMk/>
            <pc:sldMasterMk cId="443269983" sldId="2147483663"/>
            <pc:sldLayoutMk cId="1479830679" sldId="2147483680"/>
          </pc:sldLayoutMkLst>
          <pc:spChg chg="del">
            <ac:chgData name="Mr Sanjay" userId="26c5fb33abf79f1f" providerId="LiveId" clId="{1A503B4F-43F5-4E69-9FEE-4C2C1818A190}" dt="2024-11-20T11:30:51.983" v="439"/>
            <ac:spMkLst>
              <pc:docMk/>
              <pc:sldMasterMk cId="443269983" sldId="2147483663"/>
              <pc:sldLayoutMk cId="1479830679" sldId="2147483680"/>
              <ac:spMk id="10" creationId="{00000000-0000-0000-0000-000000000000}"/>
            </ac:spMkLst>
          </pc:spChg>
          <pc:spChg chg="del">
            <ac:chgData name="Mr Sanjay" userId="26c5fb33abf79f1f" providerId="LiveId" clId="{1A503B4F-43F5-4E69-9FEE-4C2C1818A190}" dt="2024-11-20T11:30:51.983" v="439"/>
            <ac:spMkLst>
              <pc:docMk/>
              <pc:sldMasterMk cId="443269983" sldId="2147483663"/>
              <pc:sldLayoutMk cId="1479830679" sldId="2147483680"/>
              <ac:spMk id="11" creationId="{00000000-0000-0000-0000-000000000000}"/>
            </ac:spMkLst>
          </pc:spChg>
          <pc:spChg chg="del">
            <ac:chgData name="Mr Sanjay" userId="26c5fb33abf79f1f" providerId="LiveId" clId="{1A503B4F-43F5-4E69-9FEE-4C2C1818A190}" dt="2024-11-20T11:30:51.983" v="439"/>
            <ac:spMkLst>
              <pc:docMk/>
              <pc:sldMasterMk cId="443269983" sldId="2147483663"/>
              <pc:sldLayoutMk cId="1479830679" sldId="2147483680"/>
              <ac:spMk id="12" creationId="{00000000-0000-0000-0000-000000000000}"/>
            </ac:spMkLst>
          </pc:spChg>
        </pc:sldLayoutChg>
        <pc:sldLayoutChg chg="delSp del">
          <pc:chgData name="Mr Sanjay" userId="26c5fb33abf79f1f" providerId="LiveId" clId="{1A503B4F-43F5-4E69-9FEE-4C2C1818A190}" dt="2024-11-20T11:32:37.657" v="451" actId="47"/>
          <pc:sldLayoutMkLst>
            <pc:docMk/>
            <pc:sldMasterMk cId="443269983" sldId="2147483663"/>
            <pc:sldLayoutMk cId="2218999389" sldId="2147483681"/>
          </pc:sldLayoutMkLst>
          <pc:spChg chg="del">
            <ac:chgData name="Mr Sanjay" userId="26c5fb33abf79f1f" providerId="LiveId" clId="{1A503B4F-43F5-4E69-9FEE-4C2C1818A190}" dt="2024-11-20T11:30:51.983" v="439"/>
            <ac:spMkLst>
              <pc:docMk/>
              <pc:sldMasterMk cId="443269983" sldId="2147483663"/>
              <pc:sldLayoutMk cId="2218999389" sldId="2147483681"/>
              <ac:spMk id="26" creationId="{00000000-0000-0000-0000-000000000000}"/>
            </ac:spMkLst>
          </pc:spChg>
          <pc:spChg chg="del">
            <ac:chgData name="Mr Sanjay" userId="26c5fb33abf79f1f" providerId="LiveId" clId="{1A503B4F-43F5-4E69-9FEE-4C2C1818A190}" dt="2024-11-20T11:30:51.983" v="439"/>
            <ac:spMkLst>
              <pc:docMk/>
              <pc:sldMasterMk cId="443269983" sldId="2147483663"/>
              <pc:sldLayoutMk cId="2218999389" sldId="2147483681"/>
              <ac:spMk id="28" creationId="{00000000-0000-0000-0000-000000000000}"/>
            </ac:spMkLst>
          </pc:spChg>
          <pc:spChg chg="del">
            <ac:chgData name="Mr Sanjay" userId="26c5fb33abf79f1f" providerId="LiveId" clId="{1A503B4F-43F5-4E69-9FEE-4C2C1818A190}" dt="2024-11-20T11:30:51.983" v="439"/>
            <ac:spMkLst>
              <pc:docMk/>
              <pc:sldMasterMk cId="443269983" sldId="2147483663"/>
              <pc:sldLayoutMk cId="2218999389" sldId="2147483681"/>
              <ac:spMk id="30" creationId="{00000000-0000-0000-0000-000000000000}"/>
            </ac:spMkLst>
          </pc:spChg>
          <pc:spChg chg="del">
            <ac:chgData name="Mr Sanjay" userId="26c5fb33abf79f1f" providerId="LiveId" clId="{1A503B4F-43F5-4E69-9FEE-4C2C1818A190}" dt="2024-11-20T11:30:51.983" v="439"/>
            <ac:spMkLst>
              <pc:docMk/>
              <pc:sldMasterMk cId="443269983" sldId="2147483663"/>
              <pc:sldLayoutMk cId="2218999389" sldId="2147483681"/>
              <ac:spMk id="31" creationId="{00000000-0000-0000-0000-000000000000}"/>
            </ac:spMkLst>
          </pc:spChg>
          <pc:spChg chg="del">
            <ac:chgData name="Mr Sanjay" userId="26c5fb33abf79f1f" providerId="LiveId" clId="{1A503B4F-43F5-4E69-9FEE-4C2C1818A190}" dt="2024-11-20T11:30:51.983" v="439"/>
            <ac:spMkLst>
              <pc:docMk/>
              <pc:sldMasterMk cId="443269983" sldId="2147483663"/>
              <pc:sldLayoutMk cId="2218999389" sldId="2147483681"/>
              <ac:spMk id="32" creationId="{00000000-0000-0000-0000-000000000000}"/>
            </ac:spMkLst>
          </pc:spChg>
          <pc:spChg chg="del">
            <ac:chgData name="Mr Sanjay" userId="26c5fb33abf79f1f" providerId="LiveId" clId="{1A503B4F-43F5-4E69-9FEE-4C2C1818A190}" dt="2024-11-20T11:30:51.983" v="439"/>
            <ac:spMkLst>
              <pc:docMk/>
              <pc:sldMasterMk cId="443269983" sldId="2147483663"/>
              <pc:sldLayoutMk cId="2218999389" sldId="2147483681"/>
              <ac:spMk id="33" creationId="{00000000-0000-0000-0000-000000000000}"/>
            </ac:spMkLst>
          </pc:spChg>
          <pc:spChg chg="del">
            <ac:chgData name="Mr Sanjay" userId="26c5fb33abf79f1f" providerId="LiveId" clId="{1A503B4F-43F5-4E69-9FEE-4C2C1818A190}" dt="2024-11-20T11:30:51.983" v="439"/>
            <ac:spMkLst>
              <pc:docMk/>
              <pc:sldMasterMk cId="443269983" sldId="2147483663"/>
              <pc:sldLayoutMk cId="2218999389" sldId="2147483681"/>
              <ac:spMk id="34" creationId="{00000000-0000-0000-0000-000000000000}"/>
            </ac:spMkLst>
          </pc:spChg>
          <pc:spChg chg="del">
            <ac:chgData name="Mr Sanjay" userId="26c5fb33abf79f1f" providerId="LiveId" clId="{1A503B4F-43F5-4E69-9FEE-4C2C1818A190}" dt="2024-11-20T11:30:51.983" v="439"/>
            <ac:spMkLst>
              <pc:docMk/>
              <pc:sldMasterMk cId="443269983" sldId="2147483663"/>
              <pc:sldLayoutMk cId="2218999389" sldId="2147483681"/>
              <ac:spMk id="35" creationId="{00000000-0000-0000-0000-000000000000}"/>
            </ac:spMkLst>
          </pc:spChg>
          <pc:spChg chg="del">
            <ac:chgData name="Mr Sanjay" userId="26c5fb33abf79f1f" providerId="LiveId" clId="{1A503B4F-43F5-4E69-9FEE-4C2C1818A190}" dt="2024-11-20T11:30:51.983" v="439"/>
            <ac:spMkLst>
              <pc:docMk/>
              <pc:sldMasterMk cId="443269983" sldId="2147483663"/>
              <pc:sldLayoutMk cId="2218999389" sldId="2147483681"/>
              <ac:spMk id="36" creationId="{00000000-0000-0000-0000-000000000000}"/>
            </ac:spMkLst>
          </pc:spChg>
        </pc:sldLayoutChg>
        <pc:sldLayoutChg chg="delSp setBg">
          <pc:chgData name="Mr Sanjay" userId="26c5fb33abf79f1f" providerId="LiveId" clId="{1A503B4F-43F5-4E69-9FEE-4C2C1818A190}" dt="2024-11-20T11:39:44.428" v="489"/>
          <pc:sldLayoutMkLst>
            <pc:docMk/>
            <pc:sldMasterMk cId="443269983" sldId="2147483663"/>
            <pc:sldLayoutMk cId="2352678727" sldId="2147483682"/>
          </pc:sldLayoutMkLst>
          <pc:grpChg chg="del">
            <ac:chgData name="Mr Sanjay" userId="26c5fb33abf79f1f" providerId="LiveId" clId="{1A503B4F-43F5-4E69-9FEE-4C2C1818A190}" dt="2024-11-20T11:30:51.983" v="439"/>
            <ac:grpSpMkLst>
              <pc:docMk/>
              <pc:sldMasterMk cId="443269983" sldId="2147483663"/>
              <pc:sldLayoutMk cId="2352678727" sldId="2147483682"/>
              <ac:grpSpMk id="67" creationId="{00000000-0000-0000-0000-000000000000}"/>
            </ac:grpSpMkLst>
          </pc:grpChg>
          <pc:grpChg chg="del">
            <ac:chgData name="Mr Sanjay" userId="26c5fb33abf79f1f" providerId="LiveId" clId="{1A503B4F-43F5-4E69-9FEE-4C2C1818A190}" dt="2024-11-20T11:30:51.983" v="439"/>
            <ac:grpSpMkLst>
              <pc:docMk/>
              <pc:sldMasterMk cId="443269983" sldId="2147483663"/>
              <pc:sldLayoutMk cId="2352678727" sldId="2147483682"/>
              <ac:grpSpMk id="74" creationId="{00000000-0000-0000-0000-000000000000}"/>
            </ac:grpSpMkLst>
          </pc:grpChg>
        </pc:sldLayoutChg>
        <pc:sldLayoutChg chg="delSp setBg">
          <pc:chgData name="Mr Sanjay" userId="26c5fb33abf79f1f" providerId="LiveId" clId="{1A503B4F-43F5-4E69-9FEE-4C2C1818A190}" dt="2024-11-20T11:39:44.428" v="489"/>
          <pc:sldLayoutMkLst>
            <pc:docMk/>
            <pc:sldMasterMk cId="443269983" sldId="2147483663"/>
            <pc:sldLayoutMk cId="112994926" sldId="2147483683"/>
          </pc:sldLayoutMkLst>
          <pc:grpChg chg="del">
            <ac:chgData name="Mr Sanjay" userId="26c5fb33abf79f1f" providerId="LiveId" clId="{1A503B4F-43F5-4E69-9FEE-4C2C1818A190}" dt="2024-11-20T11:30:51.983" v="439"/>
            <ac:grpSpMkLst>
              <pc:docMk/>
              <pc:sldMasterMk cId="443269983" sldId="2147483663"/>
              <pc:sldLayoutMk cId="112994926" sldId="2147483683"/>
              <ac:grpSpMk id="38" creationId="{00000000-0000-0000-0000-000000000000}"/>
            </ac:grpSpMkLst>
          </pc:grpChg>
          <pc:grpChg chg="del">
            <ac:chgData name="Mr Sanjay" userId="26c5fb33abf79f1f" providerId="LiveId" clId="{1A503B4F-43F5-4E69-9FEE-4C2C1818A190}" dt="2024-11-20T11:30:51.983" v="439"/>
            <ac:grpSpMkLst>
              <pc:docMk/>
              <pc:sldMasterMk cId="443269983" sldId="2147483663"/>
              <pc:sldLayoutMk cId="112994926" sldId="2147483683"/>
              <ac:grpSpMk id="45" creationId="{00000000-0000-0000-0000-000000000000}"/>
            </ac:grpSpMkLst>
          </pc:grpChg>
        </pc:sldLayoutChg>
        <pc:sldLayoutChg chg="delSp add del">
          <pc:chgData name="Mr Sanjay" userId="26c5fb33abf79f1f" providerId="LiveId" clId="{1A503B4F-43F5-4E69-9FEE-4C2C1818A190}" dt="2024-11-20T11:43:57.275" v="499" actId="47"/>
          <pc:sldLayoutMkLst>
            <pc:docMk/>
            <pc:sldMasterMk cId="443269983" sldId="2147483663"/>
            <pc:sldLayoutMk cId="2696386163" sldId="2147483684"/>
          </pc:sldLayoutMkLst>
          <pc:grpChg chg="del">
            <ac:chgData name="Mr Sanjay" userId="26c5fb33abf79f1f" providerId="LiveId" clId="{1A503B4F-43F5-4E69-9FEE-4C2C1818A190}" dt="2024-11-20T11:30:51.983" v="439"/>
            <ac:grpSpMkLst>
              <pc:docMk/>
              <pc:sldMasterMk cId="443269983" sldId="2147483663"/>
              <pc:sldLayoutMk cId="2696386163" sldId="2147483684"/>
              <ac:grpSpMk id="144" creationId="{00000000-0000-0000-0000-000000000000}"/>
            </ac:grpSpMkLst>
          </pc:grpChg>
          <pc:grpChg chg="del">
            <ac:chgData name="Mr Sanjay" userId="26c5fb33abf79f1f" providerId="LiveId" clId="{1A503B4F-43F5-4E69-9FEE-4C2C1818A190}" dt="2024-11-20T11:30:51.983" v="439"/>
            <ac:grpSpMkLst>
              <pc:docMk/>
              <pc:sldMasterMk cId="443269983" sldId="2147483663"/>
              <pc:sldLayoutMk cId="2696386163" sldId="2147483684"/>
              <ac:grpSpMk id="148" creationId="{00000000-0000-0000-0000-000000000000}"/>
            </ac:grpSpMkLst>
          </pc:grpChg>
        </pc:sldLayoutChg>
        <pc:sldLayoutChg chg="delSp">
          <pc:chgData name="Mr Sanjay" userId="26c5fb33abf79f1f" providerId="LiveId" clId="{1A503B4F-43F5-4E69-9FEE-4C2C1818A190}" dt="2024-11-20T11:30:51.983" v="439"/>
          <pc:sldLayoutMkLst>
            <pc:docMk/>
            <pc:sldMasterMk cId="443269983" sldId="2147483663"/>
            <pc:sldLayoutMk cId="3976400724" sldId="2147483685"/>
          </pc:sldLayoutMkLst>
          <pc:spChg chg="del">
            <ac:chgData name="Mr Sanjay" userId="26c5fb33abf79f1f" providerId="LiveId" clId="{1A503B4F-43F5-4E69-9FEE-4C2C1818A190}" dt="2024-11-20T11:30:51.983" v="439"/>
            <ac:spMkLst>
              <pc:docMk/>
              <pc:sldMasterMk cId="443269983" sldId="2147483663"/>
              <pc:sldLayoutMk cId="3976400724" sldId="2147483685"/>
              <ac:spMk id="52" creationId="{00000000-0000-0000-0000-000000000000}"/>
            </ac:spMkLst>
          </pc:spChg>
          <pc:spChg chg="del">
            <ac:chgData name="Mr Sanjay" userId="26c5fb33abf79f1f" providerId="LiveId" clId="{1A503B4F-43F5-4E69-9FEE-4C2C1818A190}" dt="2024-11-20T11:30:51.983" v="439"/>
            <ac:spMkLst>
              <pc:docMk/>
              <pc:sldMasterMk cId="443269983" sldId="2147483663"/>
              <pc:sldLayoutMk cId="3976400724" sldId="2147483685"/>
              <ac:spMk id="61" creationId="{00000000-0000-0000-0000-000000000000}"/>
            </ac:spMkLst>
          </pc:spChg>
          <pc:spChg chg="del">
            <ac:chgData name="Mr Sanjay" userId="26c5fb33abf79f1f" providerId="LiveId" clId="{1A503B4F-43F5-4E69-9FEE-4C2C1818A190}" dt="2024-11-20T11:30:51.983" v="439"/>
            <ac:spMkLst>
              <pc:docMk/>
              <pc:sldMasterMk cId="443269983" sldId="2147483663"/>
              <pc:sldLayoutMk cId="3976400724" sldId="2147483685"/>
              <ac:spMk id="62" creationId="{00000000-0000-0000-0000-000000000000}"/>
            </ac:spMkLst>
          </pc:spChg>
          <pc:grpChg chg="del">
            <ac:chgData name="Mr Sanjay" userId="26c5fb33abf79f1f" providerId="LiveId" clId="{1A503B4F-43F5-4E69-9FEE-4C2C1818A190}" dt="2024-11-20T11:30:51.983" v="439"/>
            <ac:grpSpMkLst>
              <pc:docMk/>
              <pc:sldMasterMk cId="443269983" sldId="2147483663"/>
              <pc:sldLayoutMk cId="3976400724" sldId="2147483685"/>
              <ac:grpSpMk id="53" creationId="{00000000-0000-0000-0000-000000000000}"/>
            </ac:grpSpMkLst>
          </pc:grpChg>
          <pc:grpChg chg="del">
            <ac:chgData name="Mr Sanjay" userId="26c5fb33abf79f1f" providerId="LiveId" clId="{1A503B4F-43F5-4E69-9FEE-4C2C1818A190}" dt="2024-11-20T11:30:51.983" v="439"/>
            <ac:grpSpMkLst>
              <pc:docMk/>
              <pc:sldMasterMk cId="443269983" sldId="2147483663"/>
              <pc:sldLayoutMk cId="3976400724" sldId="2147483685"/>
              <ac:grpSpMk id="58" creationId="{00000000-0000-0000-0000-000000000000}"/>
            </ac:grpSpMkLst>
          </pc:grpChg>
        </pc:sldLayoutChg>
      </pc:sldMasterChg>
      <pc:sldMasterChg chg="modTransition modSldLayout">
        <pc:chgData name="Mr Sanjay" userId="26c5fb33abf79f1f" providerId="LiveId" clId="{1A503B4F-43F5-4E69-9FEE-4C2C1818A190}" dt="2024-11-19T17:14:51.533" v="357"/>
        <pc:sldMasterMkLst>
          <pc:docMk/>
          <pc:sldMasterMk cId="2656753286" sldId="2147483663"/>
        </pc:sldMasterMkLst>
        <pc:sldLayoutChg chg="addSp delSp">
          <pc:chgData name="Mr Sanjay" userId="26c5fb33abf79f1f" providerId="LiveId" clId="{1A503B4F-43F5-4E69-9FEE-4C2C1818A190}" dt="2024-11-19T17:14:51.533" v="357"/>
          <pc:sldLayoutMkLst>
            <pc:docMk/>
            <pc:sldMasterMk cId="2656753286" sldId="2147483663"/>
            <pc:sldLayoutMk cId="1675937661" sldId="2147483681"/>
          </pc:sldLayoutMkLst>
          <pc:spChg chg="add del">
            <ac:chgData name="Mr Sanjay" userId="26c5fb33abf79f1f" providerId="LiveId" clId="{1A503B4F-43F5-4E69-9FEE-4C2C1818A190}" dt="2024-11-19T17:14:51.533" v="357"/>
            <ac:spMkLst>
              <pc:docMk/>
              <pc:sldMasterMk cId="2656753286" sldId="2147483663"/>
              <pc:sldLayoutMk cId="1675937661" sldId="2147483681"/>
              <ac:spMk id="10" creationId="{00000000-0000-0000-0000-000000000000}"/>
            </ac:spMkLst>
          </pc:spChg>
          <pc:spChg chg="add del">
            <ac:chgData name="Mr Sanjay" userId="26c5fb33abf79f1f" providerId="LiveId" clId="{1A503B4F-43F5-4E69-9FEE-4C2C1818A190}" dt="2024-11-19T17:14:51.533" v="357"/>
            <ac:spMkLst>
              <pc:docMk/>
              <pc:sldMasterMk cId="2656753286" sldId="2147483663"/>
              <pc:sldLayoutMk cId="1675937661" sldId="2147483681"/>
              <ac:spMk id="11" creationId="{00000000-0000-0000-0000-000000000000}"/>
            </ac:spMkLst>
          </pc:spChg>
          <pc:spChg chg="add del">
            <ac:chgData name="Mr Sanjay" userId="26c5fb33abf79f1f" providerId="LiveId" clId="{1A503B4F-43F5-4E69-9FEE-4C2C1818A190}" dt="2024-11-19T17:14:51.533" v="357"/>
            <ac:spMkLst>
              <pc:docMk/>
              <pc:sldMasterMk cId="2656753286" sldId="2147483663"/>
              <pc:sldLayoutMk cId="1675937661" sldId="2147483681"/>
              <ac:spMk id="12" creationId="{00000000-0000-0000-0000-000000000000}"/>
            </ac:spMkLst>
          </pc:spChg>
        </pc:sldLayoutChg>
        <pc:sldLayoutChg chg="addSp delSp">
          <pc:chgData name="Mr Sanjay" userId="26c5fb33abf79f1f" providerId="LiveId" clId="{1A503B4F-43F5-4E69-9FEE-4C2C1818A190}" dt="2024-11-19T17:14:51.533" v="357"/>
          <pc:sldLayoutMkLst>
            <pc:docMk/>
            <pc:sldMasterMk cId="2656753286" sldId="2147483663"/>
            <pc:sldLayoutMk cId="90088695" sldId="2147483682"/>
          </pc:sldLayoutMkLst>
          <pc:spChg chg="add del">
            <ac:chgData name="Mr Sanjay" userId="26c5fb33abf79f1f" providerId="LiveId" clId="{1A503B4F-43F5-4E69-9FEE-4C2C1818A190}" dt="2024-11-19T17:14:51.533" v="357"/>
            <ac:spMkLst>
              <pc:docMk/>
              <pc:sldMasterMk cId="2656753286" sldId="2147483663"/>
              <pc:sldLayoutMk cId="90088695" sldId="2147483682"/>
              <ac:spMk id="26" creationId="{00000000-0000-0000-0000-000000000000}"/>
            </ac:spMkLst>
          </pc:spChg>
          <pc:spChg chg="add del">
            <ac:chgData name="Mr Sanjay" userId="26c5fb33abf79f1f" providerId="LiveId" clId="{1A503B4F-43F5-4E69-9FEE-4C2C1818A190}" dt="2024-11-19T17:14:51.533" v="357"/>
            <ac:spMkLst>
              <pc:docMk/>
              <pc:sldMasterMk cId="2656753286" sldId="2147483663"/>
              <pc:sldLayoutMk cId="90088695" sldId="2147483682"/>
              <ac:spMk id="28" creationId="{00000000-0000-0000-0000-000000000000}"/>
            </ac:spMkLst>
          </pc:spChg>
          <pc:spChg chg="add del">
            <ac:chgData name="Mr Sanjay" userId="26c5fb33abf79f1f" providerId="LiveId" clId="{1A503B4F-43F5-4E69-9FEE-4C2C1818A190}" dt="2024-11-19T17:14:51.533" v="357"/>
            <ac:spMkLst>
              <pc:docMk/>
              <pc:sldMasterMk cId="2656753286" sldId="2147483663"/>
              <pc:sldLayoutMk cId="90088695" sldId="2147483682"/>
              <ac:spMk id="30" creationId="{00000000-0000-0000-0000-000000000000}"/>
            </ac:spMkLst>
          </pc:spChg>
          <pc:spChg chg="add del">
            <ac:chgData name="Mr Sanjay" userId="26c5fb33abf79f1f" providerId="LiveId" clId="{1A503B4F-43F5-4E69-9FEE-4C2C1818A190}" dt="2024-11-19T17:14:51.533" v="357"/>
            <ac:spMkLst>
              <pc:docMk/>
              <pc:sldMasterMk cId="2656753286" sldId="2147483663"/>
              <pc:sldLayoutMk cId="90088695" sldId="2147483682"/>
              <ac:spMk id="31" creationId="{00000000-0000-0000-0000-000000000000}"/>
            </ac:spMkLst>
          </pc:spChg>
          <pc:spChg chg="add del">
            <ac:chgData name="Mr Sanjay" userId="26c5fb33abf79f1f" providerId="LiveId" clId="{1A503B4F-43F5-4E69-9FEE-4C2C1818A190}" dt="2024-11-19T17:14:51.533" v="357"/>
            <ac:spMkLst>
              <pc:docMk/>
              <pc:sldMasterMk cId="2656753286" sldId="2147483663"/>
              <pc:sldLayoutMk cId="90088695" sldId="2147483682"/>
              <ac:spMk id="32" creationId="{00000000-0000-0000-0000-000000000000}"/>
            </ac:spMkLst>
          </pc:spChg>
          <pc:spChg chg="add del">
            <ac:chgData name="Mr Sanjay" userId="26c5fb33abf79f1f" providerId="LiveId" clId="{1A503B4F-43F5-4E69-9FEE-4C2C1818A190}" dt="2024-11-19T17:14:51.533" v="357"/>
            <ac:spMkLst>
              <pc:docMk/>
              <pc:sldMasterMk cId="2656753286" sldId="2147483663"/>
              <pc:sldLayoutMk cId="90088695" sldId="2147483682"/>
              <ac:spMk id="33" creationId="{00000000-0000-0000-0000-000000000000}"/>
            </ac:spMkLst>
          </pc:spChg>
          <pc:spChg chg="add del">
            <ac:chgData name="Mr Sanjay" userId="26c5fb33abf79f1f" providerId="LiveId" clId="{1A503B4F-43F5-4E69-9FEE-4C2C1818A190}" dt="2024-11-19T17:14:51.533" v="357"/>
            <ac:spMkLst>
              <pc:docMk/>
              <pc:sldMasterMk cId="2656753286" sldId="2147483663"/>
              <pc:sldLayoutMk cId="90088695" sldId="2147483682"/>
              <ac:spMk id="34" creationId="{00000000-0000-0000-0000-000000000000}"/>
            </ac:spMkLst>
          </pc:spChg>
          <pc:spChg chg="add del">
            <ac:chgData name="Mr Sanjay" userId="26c5fb33abf79f1f" providerId="LiveId" clId="{1A503B4F-43F5-4E69-9FEE-4C2C1818A190}" dt="2024-11-19T17:14:51.533" v="357"/>
            <ac:spMkLst>
              <pc:docMk/>
              <pc:sldMasterMk cId="2656753286" sldId="2147483663"/>
              <pc:sldLayoutMk cId="90088695" sldId="2147483682"/>
              <ac:spMk id="35" creationId="{00000000-0000-0000-0000-000000000000}"/>
            </ac:spMkLst>
          </pc:spChg>
          <pc:spChg chg="add del">
            <ac:chgData name="Mr Sanjay" userId="26c5fb33abf79f1f" providerId="LiveId" clId="{1A503B4F-43F5-4E69-9FEE-4C2C1818A190}" dt="2024-11-19T17:14:51.533" v="357"/>
            <ac:spMkLst>
              <pc:docMk/>
              <pc:sldMasterMk cId="2656753286" sldId="2147483663"/>
              <pc:sldLayoutMk cId="90088695" sldId="2147483682"/>
              <ac:spMk id="36" creationId="{00000000-0000-0000-0000-000000000000}"/>
            </ac:spMkLst>
          </pc:spChg>
        </pc:sldLayoutChg>
        <pc:sldLayoutChg chg="addSp delSp">
          <pc:chgData name="Mr Sanjay" userId="26c5fb33abf79f1f" providerId="LiveId" clId="{1A503B4F-43F5-4E69-9FEE-4C2C1818A190}" dt="2024-11-19T17:14:51.533" v="357"/>
          <pc:sldLayoutMkLst>
            <pc:docMk/>
            <pc:sldMasterMk cId="2656753286" sldId="2147483663"/>
            <pc:sldLayoutMk cId="1479130814" sldId="2147483683"/>
          </pc:sldLayoutMkLst>
          <pc:grpChg chg="add del">
            <ac:chgData name="Mr Sanjay" userId="26c5fb33abf79f1f" providerId="LiveId" clId="{1A503B4F-43F5-4E69-9FEE-4C2C1818A190}" dt="2024-11-19T17:14:51.533" v="357"/>
            <ac:grpSpMkLst>
              <pc:docMk/>
              <pc:sldMasterMk cId="2656753286" sldId="2147483663"/>
              <pc:sldLayoutMk cId="1479130814" sldId="2147483683"/>
              <ac:grpSpMk id="67" creationId="{00000000-0000-0000-0000-000000000000}"/>
            </ac:grpSpMkLst>
          </pc:grpChg>
          <pc:grpChg chg="add del">
            <ac:chgData name="Mr Sanjay" userId="26c5fb33abf79f1f" providerId="LiveId" clId="{1A503B4F-43F5-4E69-9FEE-4C2C1818A190}" dt="2024-11-19T17:14:51.533" v="357"/>
            <ac:grpSpMkLst>
              <pc:docMk/>
              <pc:sldMasterMk cId="2656753286" sldId="2147483663"/>
              <pc:sldLayoutMk cId="1479130814" sldId="2147483683"/>
              <ac:grpSpMk id="74" creationId="{00000000-0000-0000-0000-000000000000}"/>
            </ac:grpSpMkLst>
          </pc:grpChg>
        </pc:sldLayoutChg>
        <pc:sldLayoutChg chg="addSp delSp">
          <pc:chgData name="Mr Sanjay" userId="26c5fb33abf79f1f" providerId="LiveId" clId="{1A503B4F-43F5-4E69-9FEE-4C2C1818A190}" dt="2024-11-19T17:14:51.533" v="357"/>
          <pc:sldLayoutMkLst>
            <pc:docMk/>
            <pc:sldMasterMk cId="2656753286" sldId="2147483663"/>
            <pc:sldLayoutMk cId="567258576" sldId="2147483684"/>
          </pc:sldLayoutMkLst>
          <pc:grpChg chg="add del">
            <ac:chgData name="Mr Sanjay" userId="26c5fb33abf79f1f" providerId="LiveId" clId="{1A503B4F-43F5-4E69-9FEE-4C2C1818A190}" dt="2024-11-19T17:14:51.533" v="357"/>
            <ac:grpSpMkLst>
              <pc:docMk/>
              <pc:sldMasterMk cId="2656753286" sldId="2147483663"/>
              <pc:sldLayoutMk cId="567258576" sldId="2147483684"/>
              <ac:grpSpMk id="38" creationId="{00000000-0000-0000-0000-000000000000}"/>
            </ac:grpSpMkLst>
          </pc:grpChg>
          <pc:grpChg chg="add del">
            <ac:chgData name="Mr Sanjay" userId="26c5fb33abf79f1f" providerId="LiveId" clId="{1A503B4F-43F5-4E69-9FEE-4C2C1818A190}" dt="2024-11-19T17:14:51.533" v="357"/>
            <ac:grpSpMkLst>
              <pc:docMk/>
              <pc:sldMasterMk cId="2656753286" sldId="2147483663"/>
              <pc:sldLayoutMk cId="567258576" sldId="2147483684"/>
              <ac:grpSpMk id="45" creationId="{00000000-0000-0000-0000-000000000000}"/>
            </ac:grpSpMkLst>
          </pc:grpChg>
        </pc:sldLayoutChg>
        <pc:sldLayoutChg chg="addSp delSp">
          <pc:chgData name="Mr Sanjay" userId="26c5fb33abf79f1f" providerId="LiveId" clId="{1A503B4F-43F5-4E69-9FEE-4C2C1818A190}" dt="2024-11-19T17:14:51.533" v="357"/>
          <pc:sldLayoutMkLst>
            <pc:docMk/>
            <pc:sldMasterMk cId="2656753286" sldId="2147483663"/>
            <pc:sldLayoutMk cId="3560342019" sldId="2147483685"/>
          </pc:sldLayoutMkLst>
          <pc:grpChg chg="add del">
            <ac:chgData name="Mr Sanjay" userId="26c5fb33abf79f1f" providerId="LiveId" clId="{1A503B4F-43F5-4E69-9FEE-4C2C1818A190}" dt="2024-11-19T17:14:51.533" v="357"/>
            <ac:grpSpMkLst>
              <pc:docMk/>
              <pc:sldMasterMk cId="2656753286" sldId="2147483663"/>
              <pc:sldLayoutMk cId="3560342019" sldId="2147483685"/>
              <ac:grpSpMk id="144" creationId="{00000000-0000-0000-0000-000000000000}"/>
            </ac:grpSpMkLst>
          </pc:grpChg>
          <pc:grpChg chg="add del">
            <ac:chgData name="Mr Sanjay" userId="26c5fb33abf79f1f" providerId="LiveId" clId="{1A503B4F-43F5-4E69-9FEE-4C2C1818A190}" dt="2024-11-19T17:14:51.533" v="357"/>
            <ac:grpSpMkLst>
              <pc:docMk/>
              <pc:sldMasterMk cId="2656753286" sldId="2147483663"/>
              <pc:sldLayoutMk cId="3560342019" sldId="2147483685"/>
              <ac:grpSpMk id="148" creationId="{00000000-0000-0000-0000-000000000000}"/>
            </ac:grpSpMkLst>
          </pc:grpChg>
        </pc:sldLayoutChg>
        <pc:sldLayoutChg chg="addSp delSp">
          <pc:chgData name="Mr Sanjay" userId="26c5fb33abf79f1f" providerId="LiveId" clId="{1A503B4F-43F5-4E69-9FEE-4C2C1818A190}" dt="2024-11-19T17:14:51.533" v="357"/>
          <pc:sldLayoutMkLst>
            <pc:docMk/>
            <pc:sldMasterMk cId="2656753286" sldId="2147483663"/>
            <pc:sldLayoutMk cId="1381938598" sldId="2147483686"/>
          </pc:sldLayoutMkLst>
          <pc:spChg chg="add del">
            <ac:chgData name="Mr Sanjay" userId="26c5fb33abf79f1f" providerId="LiveId" clId="{1A503B4F-43F5-4E69-9FEE-4C2C1818A190}" dt="2024-11-19T17:14:51.533" v="357"/>
            <ac:spMkLst>
              <pc:docMk/>
              <pc:sldMasterMk cId="2656753286" sldId="2147483663"/>
              <pc:sldLayoutMk cId="1381938598" sldId="2147483686"/>
              <ac:spMk id="52" creationId="{00000000-0000-0000-0000-000000000000}"/>
            </ac:spMkLst>
          </pc:spChg>
          <pc:spChg chg="add del">
            <ac:chgData name="Mr Sanjay" userId="26c5fb33abf79f1f" providerId="LiveId" clId="{1A503B4F-43F5-4E69-9FEE-4C2C1818A190}" dt="2024-11-19T17:14:51.533" v="357"/>
            <ac:spMkLst>
              <pc:docMk/>
              <pc:sldMasterMk cId="2656753286" sldId="2147483663"/>
              <pc:sldLayoutMk cId="1381938598" sldId="2147483686"/>
              <ac:spMk id="61" creationId="{00000000-0000-0000-0000-000000000000}"/>
            </ac:spMkLst>
          </pc:spChg>
          <pc:spChg chg="add del">
            <ac:chgData name="Mr Sanjay" userId="26c5fb33abf79f1f" providerId="LiveId" clId="{1A503B4F-43F5-4E69-9FEE-4C2C1818A190}" dt="2024-11-19T17:14:51.533" v="357"/>
            <ac:spMkLst>
              <pc:docMk/>
              <pc:sldMasterMk cId="2656753286" sldId="2147483663"/>
              <pc:sldLayoutMk cId="1381938598" sldId="2147483686"/>
              <ac:spMk id="62" creationId="{00000000-0000-0000-0000-000000000000}"/>
            </ac:spMkLst>
          </pc:spChg>
          <pc:grpChg chg="add del">
            <ac:chgData name="Mr Sanjay" userId="26c5fb33abf79f1f" providerId="LiveId" clId="{1A503B4F-43F5-4E69-9FEE-4C2C1818A190}" dt="2024-11-19T17:14:51.533" v="357"/>
            <ac:grpSpMkLst>
              <pc:docMk/>
              <pc:sldMasterMk cId="2656753286" sldId="2147483663"/>
              <pc:sldLayoutMk cId="1381938598" sldId="2147483686"/>
              <ac:grpSpMk id="53" creationId="{00000000-0000-0000-0000-000000000000}"/>
            </ac:grpSpMkLst>
          </pc:grpChg>
          <pc:grpChg chg="add del">
            <ac:chgData name="Mr Sanjay" userId="26c5fb33abf79f1f" providerId="LiveId" clId="{1A503B4F-43F5-4E69-9FEE-4C2C1818A190}" dt="2024-11-19T17:14:51.533" v="357"/>
            <ac:grpSpMkLst>
              <pc:docMk/>
              <pc:sldMasterMk cId="2656753286" sldId="2147483663"/>
              <pc:sldLayoutMk cId="1381938598" sldId="2147483686"/>
              <ac:grpSpMk id="58" creationId="{00000000-0000-0000-0000-000000000000}"/>
            </ac:grpSpMkLst>
          </pc:grpChg>
        </pc:sldLayoutChg>
      </pc:sldMasterChg>
      <pc:sldMasterChg chg="modTransition addSldLayout delSldLayout">
        <pc:chgData name="Mr Sanjay" userId="26c5fb33abf79f1f" providerId="LiveId" clId="{1A503B4F-43F5-4E69-9FEE-4C2C1818A190}" dt="2024-11-20T11:32:32.798" v="450"/>
        <pc:sldMasterMkLst>
          <pc:docMk/>
          <pc:sldMasterMk cId="1124439733" sldId="2147483686"/>
        </pc:sldMasterMkLst>
        <pc:sldLayoutChg chg="add del">
          <pc:chgData name="Mr Sanjay" userId="26c5fb33abf79f1f" providerId="LiveId" clId="{1A503B4F-43F5-4E69-9FEE-4C2C1818A190}" dt="2024-11-20T11:32:32.423" v="449" actId="47"/>
          <pc:sldLayoutMkLst>
            <pc:docMk/>
            <pc:sldMasterMk cId="1124439733" sldId="2147483686"/>
            <pc:sldLayoutMk cId="1413907288" sldId="2147483699"/>
          </pc:sldLayoutMkLst>
        </pc:sldLayoutChg>
      </pc:sldMasterChg>
      <pc:sldMasterChg chg="modTransition">
        <pc:chgData name="Mr Sanjay" userId="26c5fb33abf79f1f" providerId="LiveId" clId="{1A503B4F-43F5-4E69-9FEE-4C2C1818A190}" dt="2024-11-20T11:43:53.857" v="497"/>
        <pc:sldMasterMkLst>
          <pc:docMk/>
          <pc:sldMasterMk cId="2396455624" sldId="2147483686"/>
        </pc:sldMasterMkLst>
      </pc:sldMasterChg>
      <pc:sldMasterChg chg="modTransition">
        <pc:chgData name="Mr Sanjay" userId="26c5fb33abf79f1f" providerId="LiveId" clId="{1A503B4F-43F5-4E69-9FEE-4C2C1818A190}" dt="2024-11-20T11:41:15.820" v="493"/>
        <pc:sldMasterMkLst>
          <pc:docMk/>
          <pc:sldMasterMk cId="3306971442" sldId="2147483686"/>
        </pc:sldMasterMkLst>
      </pc:sldMasterChg>
      <pc:sldMasterChg chg="modTransition">
        <pc:chgData name="Mr Sanjay" userId="26c5fb33abf79f1f" providerId="LiveId" clId="{1A503B4F-43F5-4E69-9FEE-4C2C1818A190}" dt="2024-11-20T11:41:12.153" v="492"/>
        <pc:sldMasterMkLst>
          <pc:docMk/>
          <pc:sldMasterMk cId="494943709" sldId="2147483708"/>
        </pc:sldMasterMkLst>
      </pc:sldMasterChg>
    </pc:docChg>
  </pc:docChgLst>
  <pc:docChgLst>
    <pc:chgData name="Mr Sanjay" userId="26c5fb33abf79f1f" providerId="LiveId" clId="{C124AA58-CB85-4033-A8B6-557D66072CD4}"/>
    <pc:docChg chg="undo custSel addSld delSld modSld sldOrd modMainMaster">
      <pc:chgData name="Mr Sanjay" userId="26c5fb33abf79f1f" providerId="LiveId" clId="{C124AA58-CB85-4033-A8B6-557D66072CD4}" dt="2024-12-03T00:50:23.738" v="738"/>
      <pc:docMkLst>
        <pc:docMk/>
      </pc:docMkLst>
      <pc:sldChg chg="del">
        <pc:chgData name="Mr Sanjay" userId="26c5fb33abf79f1f" providerId="LiveId" clId="{C124AA58-CB85-4033-A8B6-557D66072CD4}" dt="2024-12-02T22:36:45.134" v="4" actId="47"/>
        <pc:sldMkLst>
          <pc:docMk/>
          <pc:sldMk cId="0" sldId="256"/>
        </pc:sldMkLst>
      </pc:sldChg>
      <pc:sldChg chg="delSp add del mod">
        <pc:chgData name="Mr Sanjay" userId="26c5fb33abf79f1f" providerId="LiveId" clId="{C124AA58-CB85-4033-A8B6-557D66072CD4}" dt="2024-12-03T00:32:29.527" v="619" actId="47"/>
        <pc:sldMkLst>
          <pc:docMk/>
          <pc:sldMk cId="0" sldId="257"/>
        </pc:sldMkLst>
        <pc:picChg chg="del">
          <ac:chgData name="Mr Sanjay" userId="26c5fb33abf79f1f" providerId="LiveId" clId="{C124AA58-CB85-4033-A8B6-557D66072CD4}" dt="2024-12-02T22:53:41.049" v="26" actId="478"/>
          <ac:picMkLst>
            <pc:docMk/>
            <pc:sldMk cId="0" sldId="257"/>
            <ac:picMk id="2" creationId="{00000000-0000-0000-0000-000000000000}"/>
          </ac:picMkLst>
        </pc:picChg>
      </pc:sldChg>
      <pc:sldChg chg="delSp modSp add del mod">
        <pc:chgData name="Mr Sanjay" userId="26c5fb33abf79f1f" providerId="LiveId" clId="{C124AA58-CB85-4033-A8B6-557D66072CD4}" dt="2024-12-02T23:05:05.679" v="67"/>
        <pc:sldMkLst>
          <pc:docMk/>
          <pc:sldMk cId="0" sldId="258"/>
        </pc:sldMkLst>
        <pc:spChg chg="mod">
          <ac:chgData name="Mr Sanjay" userId="26c5fb33abf79f1f" providerId="LiveId" clId="{C124AA58-CB85-4033-A8B6-557D66072CD4}" dt="2024-12-02T23:05:04.876" v="66" actId="122"/>
          <ac:spMkLst>
            <pc:docMk/>
            <pc:sldMk cId="0" sldId="258"/>
            <ac:spMk id="7" creationId="{D429DF69-BFF8-6734-375C-F74652FCED6D}"/>
          </ac:spMkLst>
        </pc:spChg>
        <pc:picChg chg="del">
          <ac:chgData name="Mr Sanjay" userId="26c5fb33abf79f1f" providerId="LiveId" clId="{C124AA58-CB85-4033-A8B6-557D66072CD4}" dt="2024-12-02T22:56:26.147" v="32" actId="478"/>
          <ac:picMkLst>
            <pc:docMk/>
            <pc:sldMk cId="0" sldId="258"/>
            <ac:picMk id="2" creationId="{00000000-0000-0000-0000-000000000000}"/>
          </ac:picMkLst>
        </pc:picChg>
        <pc:picChg chg="mod">
          <ac:chgData name="Mr Sanjay" userId="26c5fb33abf79f1f" providerId="LiveId" clId="{C124AA58-CB85-4033-A8B6-557D66072CD4}" dt="2024-12-02T23:04:57.753" v="55" actId="14100"/>
          <ac:picMkLst>
            <pc:docMk/>
            <pc:sldMk cId="0" sldId="258"/>
            <ac:picMk id="5123" creationId="{A0DF9CFC-41F1-D45C-8DE7-F9A4047CF20B}"/>
          </ac:picMkLst>
        </pc:picChg>
      </pc:sldChg>
      <pc:sldChg chg="modSp add mod modAnim">
        <pc:chgData name="Mr Sanjay" userId="26c5fb33abf79f1f" providerId="LiveId" clId="{C124AA58-CB85-4033-A8B6-557D66072CD4}" dt="2024-12-03T00:50:23.738" v="738"/>
        <pc:sldMkLst>
          <pc:docMk/>
          <pc:sldMk cId="0" sldId="259"/>
        </pc:sldMkLst>
        <pc:spChg chg="mod">
          <ac:chgData name="Mr Sanjay" userId="26c5fb33abf79f1f" providerId="LiveId" clId="{C124AA58-CB85-4033-A8B6-557D66072CD4}" dt="2024-12-03T00:45:16.403" v="663" actId="14100"/>
          <ac:spMkLst>
            <pc:docMk/>
            <pc:sldMk cId="0" sldId="259"/>
            <ac:spMk id="12" creationId="{508B469D-BF53-3EE2-E155-C4811D2C2DD8}"/>
          </ac:spMkLst>
        </pc:spChg>
        <pc:spChg chg="mod">
          <ac:chgData name="Mr Sanjay" userId="26c5fb33abf79f1f" providerId="LiveId" clId="{C124AA58-CB85-4033-A8B6-557D66072CD4}" dt="2024-12-03T00:41:01.931" v="637" actId="207"/>
          <ac:spMkLst>
            <pc:docMk/>
            <pc:sldMk cId="0" sldId="259"/>
            <ac:spMk id="13" creationId="{0E3EBDF2-2AE3-8707-C46A-172FAA13C22F}"/>
          </ac:spMkLst>
        </pc:spChg>
      </pc:sldChg>
      <pc:sldChg chg="del">
        <pc:chgData name="Mr Sanjay" userId="26c5fb33abf79f1f" providerId="LiveId" clId="{C124AA58-CB85-4033-A8B6-557D66072CD4}" dt="2024-12-02T23:06:09.026" v="69" actId="47"/>
        <pc:sldMkLst>
          <pc:docMk/>
          <pc:sldMk cId="0" sldId="261"/>
        </pc:sldMkLst>
      </pc:sldChg>
      <pc:sldChg chg="del">
        <pc:chgData name="Mr Sanjay" userId="26c5fb33abf79f1f" providerId="LiveId" clId="{C124AA58-CB85-4033-A8B6-557D66072CD4}" dt="2024-12-02T23:06:29.280" v="71" actId="47"/>
        <pc:sldMkLst>
          <pc:docMk/>
          <pc:sldMk cId="0" sldId="262"/>
        </pc:sldMkLst>
      </pc:sldChg>
      <pc:sldChg chg="addSp delSp modSp mod ord">
        <pc:chgData name="Mr Sanjay" userId="26c5fb33abf79f1f" providerId="LiveId" clId="{C124AA58-CB85-4033-A8B6-557D66072CD4}" dt="2024-12-03T00:44:14.354" v="659" actId="171"/>
        <pc:sldMkLst>
          <pc:docMk/>
          <pc:sldMk cId="0" sldId="263"/>
        </pc:sldMkLst>
        <pc:spChg chg="add del mod">
          <ac:chgData name="Mr Sanjay" userId="26c5fb33abf79f1f" providerId="LiveId" clId="{C124AA58-CB85-4033-A8B6-557D66072CD4}" dt="2024-12-03T00:37:09.257" v="625" actId="478"/>
          <ac:spMkLst>
            <pc:docMk/>
            <pc:sldMk cId="0" sldId="263"/>
            <ac:spMk id="5" creationId="{9E866AE5-278D-D9B6-D933-D24DC6ABD967}"/>
          </ac:spMkLst>
        </pc:spChg>
        <pc:spChg chg="add del mod ord">
          <ac:chgData name="Mr Sanjay" userId="26c5fb33abf79f1f" providerId="LiveId" clId="{C124AA58-CB85-4033-A8B6-557D66072CD4}" dt="2024-12-03T00:44:14.354" v="659" actId="171"/>
          <ac:spMkLst>
            <pc:docMk/>
            <pc:sldMk cId="0" sldId="263"/>
            <ac:spMk id="219" creationId="{00000000-0000-0000-0000-000000000000}"/>
          </ac:spMkLst>
        </pc:spChg>
        <pc:spChg chg="mod ord">
          <ac:chgData name="Mr Sanjay" userId="26c5fb33abf79f1f" providerId="LiveId" clId="{C124AA58-CB85-4033-A8B6-557D66072CD4}" dt="2024-12-03T00:44:14.354" v="659" actId="171"/>
          <ac:spMkLst>
            <pc:docMk/>
            <pc:sldMk cId="0" sldId="263"/>
            <ac:spMk id="221" creationId="{00000000-0000-0000-0000-000000000000}"/>
          </ac:spMkLst>
        </pc:spChg>
        <pc:graphicFrameChg chg="mod ord modGraphic">
          <ac:chgData name="Mr Sanjay" userId="26c5fb33abf79f1f" providerId="LiveId" clId="{C124AA58-CB85-4033-A8B6-557D66072CD4}" dt="2024-12-03T00:44:14.354" v="659" actId="171"/>
          <ac:graphicFrameMkLst>
            <pc:docMk/>
            <pc:sldMk cId="0" sldId="263"/>
            <ac:graphicFrameMk id="9" creationId="{E799AB46-09D5-6430-BDB4-483008AD6B72}"/>
          </ac:graphicFrameMkLst>
        </pc:graphicFrameChg>
        <pc:picChg chg="add mod ord">
          <ac:chgData name="Mr Sanjay" userId="26c5fb33abf79f1f" providerId="LiveId" clId="{C124AA58-CB85-4033-A8B6-557D66072CD4}" dt="2024-12-03T00:44:14.354" v="659" actId="171"/>
          <ac:picMkLst>
            <pc:docMk/>
            <pc:sldMk cId="0" sldId="263"/>
            <ac:picMk id="3" creationId="{48709874-7F4F-8EFF-C596-168D047FAF6B}"/>
          </ac:picMkLst>
        </pc:picChg>
      </pc:sldChg>
      <pc:sldChg chg="del">
        <pc:chgData name="Mr Sanjay" userId="26c5fb33abf79f1f" providerId="LiveId" clId="{C124AA58-CB85-4033-A8B6-557D66072CD4}" dt="2024-12-02T23:00:36.534" v="36" actId="47"/>
        <pc:sldMkLst>
          <pc:docMk/>
          <pc:sldMk cId="0" sldId="265"/>
        </pc:sldMkLst>
      </pc:sldChg>
      <pc:sldChg chg="add del">
        <pc:chgData name="Mr Sanjay" userId="26c5fb33abf79f1f" providerId="LiveId" clId="{C124AA58-CB85-4033-A8B6-557D66072CD4}" dt="2024-12-02T23:18:26.558" v="92" actId="47"/>
        <pc:sldMkLst>
          <pc:docMk/>
          <pc:sldMk cId="0" sldId="267"/>
        </pc:sldMkLst>
      </pc:sldChg>
      <pc:sldChg chg="delSp modSp add del mod ord">
        <pc:chgData name="Mr Sanjay" userId="26c5fb33abf79f1f" providerId="LiveId" clId="{C124AA58-CB85-4033-A8B6-557D66072CD4}" dt="2024-12-03T00:39:48.746" v="635" actId="207"/>
        <pc:sldMkLst>
          <pc:docMk/>
          <pc:sldMk cId="0" sldId="268"/>
        </pc:sldMkLst>
        <pc:spChg chg="mod">
          <ac:chgData name="Mr Sanjay" userId="26c5fb33abf79f1f" providerId="LiveId" clId="{C124AA58-CB85-4033-A8B6-557D66072CD4}" dt="2024-12-03T00:39:48.746" v="635" actId="207"/>
          <ac:spMkLst>
            <pc:docMk/>
            <pc:sldMk cId="0" sldId="268"/>
            <ac:spMk id="15" creationId="{C13CCAD0-1D9B-9680-0A6B-DFB503E8B6B7}"/>
          </ac:spMkLst>
        </pc:spChg>
        <pc:spChg chg="mod">
          <ac:chgData name="Mr Sanjay" userId="26c5fb33abf79f1f" providerId="LiveId" clId="{C124AA58-CB85-4033-A8B6-557D66072CD4}" dt="2024-12-03T00:39:48.746" v="635" actId="207"/>
          <ac:spMkLst>
            <pc:docMk/>
            <pc:sldMk cId="0" sldId="268"/>
            <ac:spMk id="16" creationId="{D7529736-B551-55BC-6E25-0C0FDC1E9DE6}"/>
          </ac:spMkLst>
        </pc:spChg>
        <pc:spChg chg="mod">
          <ac:chgData name="Mr Sanjay" userId="26c5fb33abf79f1f" providerId="LiveId" clId="{C124AA58-CB85-4033-A8B6-557D66072CD4}" dt="2024-12-03T00:39:48.746" v="635" actId="207"/>
          <ac:spMkLst>
            <pc:docMk/>
            <pc:sldMk cId="0" sldId="268"/>
            <ac:spMk id="17" creationId="{A4B44F0D-CD3F-E0E4-817A-494281830901}"/>
          </ac:spMkLst>
        </pc:spChg>
        <pc:spChg chg="mod">
          <ac:chgData name="Mr Sanjay" userId="26c5fb33abf79f1f" providerId="LiveId" clId="{C124AA58-CB85-4033-A8B6-557D66072CD4}" dt="2024-12-03T00:39:48.746" v="635" actId="207"/>
          <ac:spMkLst>
            <pc:docMk/>
            <pc:sldMk cId="0" sldId="268"/>
            <ac:spMk id="18" creationId="{57C8F299-3CFB-19C3-0BC2-5CE5FA18CE39}"/>
          </ac:spMkLst>
        </pc:spChg>
        <pc:spChg chg="mod">
          <ac:chgData name="Mr Sanjay" userId="26c5fb33abf79f1f" providerId="LiveId" clId="{C124AA58-CB85-4033-A8B6-557D66072CD4}" dt="2024-12-03T00:39:48.746" v="635" actId="207"/>
          <ac:spMkLst>
            <pc:docMk/>
            <pc:sldMk cId="0" sldId="268"/>
            <ac:spMk id="19" creationId="{AC5F55E3-9423-9BF5-6D91-873ACE3E7F88}"/>
          </ac:spMkLst>
        </pc:spChg>
        <pc:spChg chg="mod">
          <ac:chgData name="Mr Sanjay" userId="26c5fb33abf79f1f" providerId="LiveId" clId="{C124AA58-CB85-4033-A8B6-557D66072CD4}" dt="2024-12-03T00:39:48.746" v="635" actId="207"/>
          <ac:spMkLst>
            <pc:docMk/>
            <pc:sldMk cId="0" sldId="268"/>
            <ac:spMk id="20" creationId="{45A99618-C60D-F3B7-AA54-F2EF5C3BEE02}"/>
          </ac:spMkLst>
        </pc:spChg>
        <pc:spChg chg="mod">
          <ac:chgData name="Mr Sanjay" userId="26c5fb33abf79f1f" providerId="LiveId" clId="{C124AA58-CB85-4033-A8B6-557D66072CD4}" dt="2024-12-03T00:39:48.746" v="635" actId="207"/>
          <ac:spMkLst>
            <pc:docMk/>
            <pc:sldMk cId="0" sldId="268"/>
            <ac:spMk id="21" creationId="{27E6AF08-2CA3-9EA1-132A-950F4AE0766B}"/>
          </ac:spMkLst>
        </pc:spChg>
        <pc:spChg chg="mod">
          <ac:chgData name="Mr Sanjay" userId="26c5fb33abf79f1f" providerId="LiveId" clId="{C124AA58-CB85-4033-A8B6-557D66072CD4}" dt="2024-12-03T00:39:48.746" v="635" actId="207"/>
          <ac:spMkLst>
            <pc:docMk/>
            <pc:sldMk cId="0" sldId="268"/>
            <ac:spMk id="22" creationId="{868FEEA4-2D54-0BC6-AF2A-F92E4C87CBAC}"/>
          </ac:spMkLst>
        </pc:spChg>
        <pc:spChg chg="mod">
          <ac:chgData name="Mr Sanjay" userId="26c5fb33abf79f1f" providerId="LiveId" clId="{C124AA58-CB85-4033-A8B6-557D66072CD4}" dt="2024-12-03T00:39:48.746" v="635" actId="207"/>
          <ac:spMkLst>
            <pc:docMk/>
            <pc:sldMk cId="0" sldId="268"/>
            <ac:spMk id="23" creationId="{1D9C0A56-A597-337E-FB0F-E531390C04B1}"/>
          </ac:spMkLst>
        </pc:spChg>
        <pc:spChg chg="mod">
          <ac:chgData name="Mr Sanjay" userId="26c5fb33abf79f1f" providerId="LiveId" clId="{C124AA58-CB85-4033-A8B6-557D66072CD4}" dt="2024-12-03T00:39:48.746" v="635" actId="207"/>
          <ac:spMkLst>
            <pc:docMk/>
            <pc:sldMk cId="0" sldId="268"/>
            <ac:spMk id="24" creationId="{AFBE0437-9651-AD38-6EAC-E226F18C1B9B}"/>
          </ac:spMkLst>
        </pc:spChg>
        <pc:spChg chg="mod">
          <ac:chgData name="Mr Sanjay" userId="26c5fb33abf79f1f" providerId="LiveId" clId="{C124AA58-CB85-4033-A8B6-557D66072CD4}" dt="2024-12-03T00:39:48.746" v="635" actId="207"/>
          <ac:spMkLst>
            <pc:docMk/>
            <pc:sldMk cId="0" sldId="268"/>
            <ac:spMk id="25" creationId="{2345EC47-BEF0-610E-A9A7-3C710617A6E9}"/>
          </ac:spMkLst>
        </pc:spChg>
        <pc:spChg chg="mod">
          <ac:chgData name="Mr Sanjay" userId="26c5fb33abf79f1f" providerId="LiveId" clId="{C124AA58-CB85-4033-A8B6-557D66072CD4}" dt="2024-12-03T00:39:48.746" v="635" actId="207"/>
          <ac:spMkLst>
            <pc:docMk/>
            <pc:sldMk cId="0" sldId="268"/>
            <ac:spMk id="26" creationId="{C41C97B2-7A72-ADE2-7264-0573E27BB34A}"/>
          </ac:spMkLst>
        </pc:spChg>
        <pc:spChg chg="mod">
          <ac:chgData name="Mr Sanjay" userId="26c5fb33abf79f1f" providerId="LiveId" clId="{C124AA58-CB85-4033-A8B6-557D66072CD4}" dt="2024-12-03T00:39:48.746" v="635" actId="207"/>
          <ac:spMkLst>
            <pc:docMk/>
            <pc:sldMk cId="0" sldId="268"/>
            <ac:spMk id="27" creationId="{B860EB25-0B7D-55A3-EF42-CF86C7CE7A9E}"/>
          </ac:spMkLst>
        </pc:spChg>
        <pc:spChg chg="mod">
          <ac:chgData name="Mr Sanjay" userId="26c5fb33abf79f1f" providerId="LiveId" clId="{C124AA58-CB85-4033-A8B6-557D66072CD4}" dt="2024-12-03T00:39:48.746" v="635" actId="207"/>
          <ac:spMkLst>
            <pc:docMk/>
            <pc:sldMk cId="0" sldId="268"/>
            <ac:spMk id="28" creationId="{1A6B6222-E233-276D-0AB6-9C78BAB64BF3}"/>
          </ac:spMkLst>
        </pc:spChg>
        <pc:spChg chg="mod">
          <ac:chgData name="Mr Sanjay" userId="26c5fb33abf79f1f" providerId="LiveId" clId="{C124AA58-CB85-4033-A8B6-557D66072CD4}" dt="2024-12-03T00:39:48.746" v="635" actId="207"/>
          <ac:spMkLst>
            <pc:docMk/>
            <pc:sldMk cId="0" sldId="268"/>
            <ac:spMk id="29" creationId="{A876576F-DB40-D9A2-33D9-995E51D63C47}"/>
          </ac:spMkLst>
        </pc:spChg>
        <pc:spChg chg="mod">
          <ac:chgData name="Mr Sanjay" userId="26c5fb33abf79f1f" providerId="LiveId" clId="{C124AA58-CB85-4033-A8B6-557D66072CD4}" dt="2024-12-03T00:39:48.746" v="635" actId="207"/>
          <ac:spMkLst>
            <pc:docMk/>
            <pc:sldMk cId="0" sldId="268"/>
            <ac:spMk id="30" creationId="{762C62D7-2F74-8BC6-21FB-A199F01179C9}"/>
          </ac:spMkLst>
        </pc:spChg>
        <pc:spChg chg="mod">
          <ac:chgData name="Mr Sanjay" userId="26c5fb33abf79f1f" providerId="LiveId" clId="{C124AA58-CB85-4033-A8B6-557D66072CD4}" dt="2024-12-03T00:39:48.746" v="635" actId="207"/>
          <ac:spMkLst>
            <pc:docMk/>
            <pc:sldMk cId="0" sldId="268"/>
            <ac:spMk id="31" creationId="{AA534414-0B16-CE34-330D-2FBDEE79B5AB}"/>
          </ac:spMkLst>
        </pc:spChg>
        <pc:spChg chg="mod">
          <ac:chgData name="Mr Sanjay" userId="26c5fb33abf79f1f" providerId="LiveId" clId="{C124AA58-CB85-4033-A8B6-557D66072CD4}" dt="2024-12-03T00:39:48.746" v="635" actId="207"/>
          <ac:spMkLst>
            <pc:docMk/>
            <pc:sldMk cId="0" sldId="268"/>
            <ac:spMk id="14339" creationId="{3D49ED27-8D1B-118A-C98D-543B09CED8D4}"/>
          </ac:spMkLst>
        </pc:spChg>
        <pc:spChg chg="mod">
          <ac:chgData name="Mr Sanjay" userId="26c5fb33abf79f1f" providerId="LiveId" clId="{C124AA58-CB85-4033-A8B6-557D66072CD4}" dt="2024-12-03T00:39:48.746" v="635" actId="207"/>
          <ac:spMkLst>
            <pc:docMk/>
            <pc:sldMk cId="0" sldId="268"/>
            <ac:spMk id="14340" creationId="{AA3287AC-5CCC-417F-6F0E-F05BD28549C4}"/>
          </ac:spMkLst>
        </pc:spChg>
        <pc:spChg chg="mod">
          <ac:chgData name="Mr Sanjay" userId="26c5fb33abf79f1f" providerId="LiveId" clId="{C124AA58-CB85-4033-A8B6-557D66072CD4}" dt="2024-12-03T00:39:48.746" v="635" actId="207"/>
          <ac:spMkLst>
            <pc:docMk/>
            <pc:sldMk cId="0" sldId="268"/>
            <ac:spMk id="14341" creationId="{2FFF700D-CAB8-DDC5-6AEA-8D7E50538650}"/>
          </ac:spMkLst>
        </pc:spChg>
        <pc:spChg chg="mod">
          <ac:chgData name="Mr Sanjay" userId="26c5fb33abf79f1f" providerId="LiveId" clId="{C124AA58-CB85-4033-A8B6-557D66072CD4}" dt="2024-12-03T00:39:48.746" v="635" actId="207"/>
          <ac:spMkLst>
            <pc:docMk/>
            <pc:sldMk cId="0" sldId="268"/>
            <ac:spMk id="14342" creationId="{08D3EB49-CB26-8586-8543-B44109FC65AC}"/>
          </ac:spMkLst>
        </pc:spChg>
        <pc:spChg chg="mod">
          <ac:chgData name="Mr Sanjay" userId="26c5fb33abf79f1f" providerId="LiveId" clId="{C124AA58-CB85-4033-A8B6-557D66072CD4}" dt="2024-12-03T00:39:48.746" v="635" actId="207"/>
          <ac:spMkLst>
            <pc:docMk/>
            <pc:sldMk cId="0" sldId="268"/>
            <ac:spMk id="14343" creationId="{A7CABEF0-3898-D4F9-5E82-D17E8FB928BF}"/>
          </ac:spMkLst>
        </pc:spChg>
        <pc:spChg chg="mod">
          <ac:chgData name="Mr Sanjay" userId="26c5fb33abf79f1f" providerId="LiveId" clId="{C124AA58-CB85-4033-A8B6-557D66072CD4}" dt="2024-12-03T00:39:48.746" v="635" actId="207"/>
          <ac:spMkLst>
            <pc:docMk/>
            <pc:sldMk cId="0" sldId="268"/>
            <ac:spMk id="14344" creationId="{34BDC8B1-5E03-1AF6-DA51-A41CE60A0478}"/>
          </ac:spMkLst>
        </pc:spChg>
        <pc:spChg chg="mod">
          <ac:chgData name="Mr Sanjay" userId="26c5fb33abf79f1f" providerId="LiveId" clId="{C124AA58-CB85-4033-A8B6-557D66072CD4}" dt="2024-12-03T00:39:48.746" v="635" actId="207"/>
          <ac:spMkLst>
            <pc:docMk/>
            <pc:sldMk cId="0" sldId="268"/>
            <ac:spMk id="14345" creationId="{FBDB08B1-8CFF-F132-0D72-AA9ED17AB053}"/>
          </ac:spMkLst>
        </pc:spChg>
        <pc:spChg chg="mod">
          <ac:chgData name="Mr Sanjay" userId="26c5fb33abf79f1f" providerId="LiveId" clId="{C124AA58-CB85-4033-A8B6-557D66072CD4}" dt="2024-12-03T00:39:48.746" v="635" actId="207"/>
          <ac:spMkLst>
            <pc:docMk/>
            <pc:sldMk cId="0" sldId="268"/>
            <ac:spMk id="14346" creationId="{CD6EBA99-C52B-0239-C939-13F89AFAD20A}"/>
          </ac:spMkLst>
        </pc:spChg>
        <pc:spChg chg="mod">
          <ac:chgData name="Mr Sanjay" userId="26c5fb33abf79f1f" providerId="LiveId" clId="{C124AA58-CB85-4033-A8B6-557D66072CD4}" dt="2024-12-03T00:39:48.746" v="635" actId="207"/>
          <ac:spMkLst>
            <pc:docMk/>
            <pc:sldMk cId="0" sldId="268"/>
            <ac:spMk id="14347" creationId="{15955D07-DB48-5ADD-5C4A-57C99360CE42}"/>
          </ac:spMkLst>
        </pc:spChg>
        <pc:spChg chg="mod">
          <ac:chgData name="Mr Sanjay" userId="26c5fb33abf79f1f" providerId="LiveId" clId="{C124AA58-CB85-4033-A8B6-557D66072CD4}" dt="2024-12-03T00:39:48.746" v="635" actId="207"/>
          <ac:spMkLst>
            <pc:docMk/>
            <pc:sldMk cId="0" sldId="268"/>
            <ac:spMk id="14348" creationId="{598AF1F0-D9F8-F337-AE86-416BD3BB0AF8}"/>
          </ac:spMkLst>
        </pc:spChg>
        <pc:spChg chg="mod">
          <ac:chgData name="Mr Sanjay" userId="26c5fb33abf79f1f" providerId="LiveId" clId="{C124AA58-CB85-4033-A8B6-557D66072CD4}" dt="2024-12-03T00:39:48.746" v="635" actId="207"/>
          <ac:spMkLst>
            <pc:docMk/>
            <pc:sldMk cId="0" sldId="268"/>
            <ac:spMk id="14349" creationId="{EA23A182-BB72-1DC5-9908-859ED971E725}"/>
          </ac:spMkLst>
        </pc:spChg>
        <pc:spChg chg="mod">
          <ac:chgData name="Mr Sanjay" userId="26c5fb33abf79f1f" providerId="LiveId" clId="{C124AA58-CB85-4033-A8B6-557D66072CD4}" dt="2024-12-03T00:39:48.746" v="635" actId="207"/>
          <ac:spMkLst>
            <pc:docMk/>
            <pc:sldMk cId="0" sldId="268"/>
            <ac:spMk id="14350" creationId="{23485916-2361-EEF7-E1AB-E0894FD57C01}"/>
          </ac:spMkLst>
        </pc:spChg>
        <pc:picChg chg="del mod">
          <ac:chgData name="Mr Sanjay" userId="26c5fb33abf79f1f" providerId="LiveId" clId="{C124AA58-CB85-4033-A8B6-557D66072CD4}" dt="2024-12-02T23:08:16.112" v="75" actId="478"/>
          <ac:picMkLst>
            <pc:docMk/>
            <pc:sldMk cId="0" sldId="268"/>
            <ac:picMk id="2" creationId="{00000000-0000-0000-0000-000000000000}"/>
          </ac:picMkLst>
        </pc:picChg>
        <pc:picChg chg="mod">
          <ac:chgData name="Mr Sanjay" userId="26c5fb33abf79f1f" providerId="LiveId" clId="{C124AA58-CB85-4033-A8B6-557D66072CD4}" dt="2024-12-03T00:39:48.746" v="635" actId="207"/>
          <ac:picMkLst>
            <pc:docMk/>
            <pc:sldMk cId="0" sldId="268"/>
            <ac:picMk id="14338" creationId="{8BDA9F54-3CE8-15C0-B9A2-AE48546F986A}"/>
          </ac:picMkLst>
        </pc:picChg>
      </pc:sldChg>
      <pc:sldChg chg="add">
        <pc:chgData name="Mr Sanjay" userId="26c5fb33abf79f1f" providerId="LiveId" clId="{C124AA58-CB85-4033-A8B6-557D66072CD4}" dt="2024-12-02T22:45:35.490" v="12"/>
        <pc:sldMkLst>
          <pc:docMk/>
          <pc:sldMk cId="0" sldId="269"/>
        </pc:sldMkLst>
      </pc:sldChg>
      <pc:sldChg chg="add">
        <pc:chgData name="Mr Sanjay" userId="26c5fb33abf79f1f" providerId="LiveId" clId="{C124AA58-CB85-4033-A8B6-557D66072CD4}" dt="2024-12-02T22:45:41.204" v="13"/>
        <pc:sldMkLst>
          <pc:docMk/>
          <pc:sldMk cId="0" sldId="270"/>
        </pc:sldMkLst>
      </pc:sldChg>
      <pc:sldChg chg="modSp add mod">
        <pc:chgData name="Mr Sanjay" userId="26c5fb33abf79f1f" providerId="LiveId" clId="{C124AA58-CB85-4033-A8B6-557D66072CD4}" dt="2024-12-03T00:44:41.827" v="660" actId="14100"/>
        <pc:sldMkLst>
          <pc:docMk/>
          <pc:sldMk cId="0" sldId="272"/>
        </pc:sldMkLst>
        <pc:picChg chg="mod">
          <ac:chgData name="Mr Sanjay" userId="26c5fb33abf79f1f" providerId="LiveId" clId="{C124AA58-CB85-4033-A8B6-557D66072CD4}" dt="2024-12-03T00:44:41.827" v="660" actId="14100"/>
          <ac:picMkLst>
            <pc:docMk/>
            <pc:sldMk cId="0" sldId="272"/>
            <ac:picMk id="2" creationId="{00000000-0000-0000-0000-000000000000}"/>
          </ac:picMkLst>
        </pc:picChg>
      </pc:sldChg>
      <pc:sldChg chg="modSp add del mod ord">
        <pc:chgData name="Mr Sanjay" userId="26c5fb33abf79f1f" providerId="LiveId" clId="{C124AA58-CB85-4033-A8B6-557D66072CD4}" dt="2024-12-02T23:43:30.016" v="446" actId="47"/>
        <pc:sldMkLst>
          <pc:docMk/>
          <pc:sldMk cId="0" sldId="273"/>
        </pc:sldMkLst>
        <pc:picChg chg="mod">
          <ac:chgData name="Mr Sanjay" userId="26c5fb33abf79f1f" providerId="LiveId" clId="{C124AA58-CB85-4033-A8B6-557D66072CD4}" dt="2024-12-02T23:13:10.086" v="85" actId="1035"/>
          <ac:picMkLst>
            <pc:docMk/>
            <pc:sldMk cId="0" sldId="273"/>
            <ac:picMk id="2" creationId="{00000000-0000-0000-0000-000000000000}"/>
          </ac:picMkLst>
        </pc:picChg>
      </pc:sldChg>
      <pc:sldChg chg="add del">
        <pc:chgData name="Mr Sanjay" userId="26c5fb33abf79f1f" providerId="LiveId" clId="{C124AA58-CB85-4033-A8B6-557D66072CD4}" dt="2024-12-02T23:08:50.432" v="77" actId="47"/>
        <pc:sldMkLst>
          <pc:docMk/>
          <pc:sldMk cId="0" sldId="274"/>
        </pc:sldMkLst>
      </pc:sldChg>
      <pc:sldChg chg="add del">
        <pc:chgData name="Mr Sanjay" userId="26c5fb33abf79f1f" providerId="LiveId" clId="{C124AA58-CB85-4033-A8B6-557D66072CD4}" dt="2024-12-02T23:06:34.102" v="72" actId="47"/>
        <pc:sldMkLst>
          <pc:docMk/>
          <pc:sldMk cId="0" sldId="276"/>
        </pc:sldMkLst>
      </pc:sldChg>
      <pc:sldChg chg="addSp delSp add del mod">
        <pc:chgData name="Mr Sanjay" userId="26c5fb33abf79f1f" providerId="LiveId" clId="{C124AA58-CB85-4033-A8B6-557D66072CD4}" dt="2024-12-02T23:42:59.645" v="445" actId="47"/>
        <pc:sldMkLst>
          <pc:docMk/>
          <pc:sldMk cId="0" sldId="277"/>
        </pc:sldMkLst>
        <pc:picChg chg="add del">
          <ac:chgData name="Mr Sanjay" userId="26c5fb33abf79f1f" providerId="LiveId" clId="{C124AA58-CB85-4033-A8B6-557D66072CD4}" dt="2024-12-02T23:18:59.742" v="94" actId="478"/>
          <ac:picMkLst>
            <pc:docMk/>
            <pc:sldMk cId="0" sldId="277"/>
            <ac:picMk id="2" creationId="{00000000-0000-0000-0000-000000000000}"/>
          </ac:picMkLst>
        </pc:picChg>
      </pc:sldChg>
      <pc:sldChg chg="add ord">
        <pc:chgData name="Mr Sanjay" userId="26c5fb33abf79f1f" providerId="LiveId" clId="{C124AA58-CB85-4033-A8B6-557D66072CD4}" dt="2024-12-02T23:09:46.632" v="82"/>
        <pc:sldMkLst>
          <pc:docMk/>
          <pc:sldMk cId="0" sldId="278"/>
        </pc:sldMkLst>
      </pc:sldChg>
      <pc:sldChg chg="delSp modSp add del mod">
        <pc:chgData name="Mr Sanjay" userId="26c5fb33abf79f1f" providerId="LiveId" clId="{C124AA58-CB85-4033-A8B6-557D66072CD4}" dt="2024-12-03T00:42:27.292" v="648" actId="207"/>
        <pc:sldMkLst>
          <pc:docMk/>
          <pc:sldMk cId="0" sldId="280"/>
        </pc:sldMkLst>
        <pc:spChg chg="mod">
          <ac:chgData name="Mr Sanjay" userId="26c5fb33abf79f1f" providerId="LiveId" clId="{C124AA58-CB85-4033-A8B6-557D66072CD4}" dt="2024-12-03T00:42:27.292" v="648" actId="207"/>
          <ac:spMkLst>
            <pc:docMk/>
            <pc:sldMk cId="0" sldId="280"/>
            <ac:spMk id="18" creationId="{5F9D9BEE-BE71-9367-6279-07B06F9DA368}"/>
          </ac:spMkLst>
        </pc:spChg>
        <pc:spChg chg="mod">
          <ac:chgData name="Mr Sanjay" userId="26c5fb33abf79f1f" providerId="LiveId" clId="{C124AA58-CB85-4033-A8B6-557D66072CD4}" dt="2024-12-03T00:42:27.292" v="648" actId="207"/>
          <ac:spMkLst>
            <pc:docMk/>
            <pc:sldMk cId="0" sldId="280"/>
            <ac:spMk id="19" creationId="{A464E33E-4D57-57EB-8E1D-20AA61BD1E4B}"/>
          </ac:spMkLst>
        </pc:spChg>
        <pc:spChg chg="mod">
          <ac:chgData name="Mr Sanjay" userId="26c5fb33abf79f1f" providerId="LiveId" clId="{C124AA58-CB85-4033-A8B6-557D66072CD4}" dt="2024-12-03T00:42:27.292" v="648" actId="207"/>
          <ac:spMkLst>
            <pc:docMk/>
            <pc:sldMk cId="0" sldId="280"/>
            <ac:spMk id="20" creationId="{5FE31261-B904-6D30-8A91-CBE13F3F7D5E}"/>
          </ac:spMkLst>
        </pc:spChg>
        <pc:spChg chg="mod">
          <ac:chgData name="Mr Sanjay" userId="26c5fb33abf79f1f" providerId="LiveId" clId="{C124AA58-CB85-4033-A8B6-557D66072CD4}" dt="2024-12-03T00:42:27.292" v="648" actId="207"/>
          <ac:spMkLst>
            <pc:docMk/>
            <pc:sldMk cId="0" sldId="280"/>
            <ac:spMk id="21" creationId="{A3685832-5DB5-4723-8EA8-24E551925A1D}"/>
          </ac:spMkLst>
        </pc:spChg>
        <pc:spChg chg="mod">
          <ac:chgData name="Mr Sanjay" userId="26c5fb33abf79f1f" providerId="LiveId" clId="{C124AA58-CB85-4033-A8B6-557D66072CD4}" dt="2024-12-03T00:42:27.292" v="648" actId="207"/>
          <ac:spMkLst>
            <pc:docMk/>
            <pc:sldMk cId="0" sldId="280"/>
            <ac:spMk id="22" creationId="{0FDEBD99-5A0B-718C-1184-232973A26DBE}"/>
          </ac:spMkLst>
        </pc:spChg>
        <pc:spChg chg="mod">
          <ac:chgData name="Mr Sanjay" userId="26c5fb33abf79f1f" providerId="LiveId" clId="{C124AA58-CB85-4033-A8B6-557D66072CD4}" dt="2024-12-03T00:42:27.292" v="648" actId="207"/>
          <ac:spMkLst>
            <pc:docMk/>
            <pc:sldMk cId="0" sldId="280"/>
            <ac:spMk id="23" creationId="{EBE37BB6-1C2E-D553-AF00-2D5C10CDAFC9}"/>
          </ac:spMkLst>
        </pc:spChg>
        <pc:spChg chg="mod">
          <ac:chgData name="Mr Sanjay" userId="26c5fb33abf79f1f" providerId="LiveId" clId="{C124AA58-CB85-4033-A8B6-557D66072CD4}" dt="2024-12-03T00:42:27.292" v="648" actId="207"/>
          <ac:spMkLst>
            <pc:docMk/>
            <pc:sldMk cId="0" sldId="280"/>
            <ac:spMk id="24" creationId="{8D381759-6082-D83A-5989-C28CD5A7C090}"/>
          </ac:spMkLst>
        </pc:spChg>
        <pc:spChg chg="mod">
          <ac:chgData name="Mr Sanjay" userId="26c5fb33abf79f1f" providerId="LiveId" clId="{C124AA58-CB85-4033-A8B6-557D66072CD4}" dt="2024-12-03T00:42:27.292" v="648" actId="207"/>
          <ac:spMkLst>
            <pc:docMk/>
            <pc:sldMk cId="0" sldId="280"/>
            <ac:spMk id="25" creationId="{113A5DAF-3FC0-F626-0FA8-AF4A1AA26704}"/>
          </ac:spMkLst>
        </pc:spChg>
        <pc:spChg chg="mod">
          <ac:chgData name="Mr Sanjay" userId="26c5fb33abf79f1f" providerId="LiveId" clId="{C124AA58-CB85-4033-A8B6-557D66072CD4}" dt="2024-12-03T00:42:27.292" v="648" actId="207"/>
          <ac:spMkLst>
            <pc:docMk/>
            <pc:sldMk cId="0" sldId="280"/>
            <ac:spMk id="26" creationId="{3D8630AA-1828-32F1-8A84-084F5B3EA043}"/>
          </ac:spMkLst>
        </pc:spChg>
        <pc:spChg chg="mod">
          <ac:chgData name="Mr Sanjay" userId="26c5fb33abf79f1f" providerId="LiveId" clId="{C124AA58-CB85-4033-A8B6-557D66072CD4}" dt="2024-12-03T00:42:27.292" v="648" actId="207"/>
          <ac:spMkLst>
            <pc:docMk/>
            <pc:sldMk cId="0" sldId="280"/>
            <ac:spMk id="27" creationId="{11D97404-29A6-3885-42B4-0DD370C0207A}"/>
          </ac:spMkLst>
        </pc:spChg>
        <pc:spChg chg="mod">
          <ac:chgData name="Mr Sanjay" userId="26c5fb33abf79f1f" providerId="LiveId" clId="{C124AA58-CB85-4033-A8B6-557D66072CD4}" dt="2024-12-03T00:42:27.292" v="648" actId="207"/>
          <ac:spMkLst>
            <pc:docMk/>
            <pc:sldMk cId="0" sldId="280"/>
            <ac:spMk id="28" creationId="{6E527F3F-A760-626A-B6A1-09A671FB546B}"/>
          </ac:spMkLst>
        </pc:spChg>
        <pc:spChg chg="mod">
          <ac:chgData name="Mr Sanjay" userId="26c5fb33abf79f1f" providerId="LiveId" clId="{C124AA58-CB85-4033-A8B6-557D66072CD4}" dt="2024-12-03T00:42:27.292" v="648" actId="207"/>
          <ac:spMkLst>
            <pc:docMk/>
            <pc:sldMk cId="0" sldId="280"/>
            <ac:spMk id="29" creationId="{9837073D-9196-1043-B19F-3EE4D797B31C}"/>
          </ac:spMkLst>
        </pc:spChg>
        <pc:spChg chg="mod">
          <ac:chgData name="Mr Sanjay" userId="26c5fb33abf79f1f" providerId="LiveId" clId="{C124AA58-CB85-4033-A8B6-557D66072CD4}" dt="2024-12-03T00:42:27.292" v="648" actId="207"/>
          <ac:spMkLst>
            <pc:docMk/>
            <pc:sldMk cId="0" sldId="280"/>
            <ac:spMk id="26630" creationId="{60E5032D-8853-D744-3FC8-0DB42002CF89}"/>
          </ac:spMkLst>
        </pc:spChg>
        <pc:spChg chg="mod">
          <ac:chgData name="Mr Sanjay" userId="26c5fb33abf79f1f" providerId="LiveId" clId="{C124AA58-CB85-4033-A8B6-557D66072CD4}" dt="2024-12-03T00:42:27.292" v="648" actId="207"/>
          <ac:spMkLst>
            <pc:docMk/>
            <pc:sldMk cId="0" sldId="280"/>
            <ac:spMk id="26631" creationId="{6942C603-FE74-95DA-691A-44A265F09DA5}"/>
          </ac:spMkLst>
        </pc:spChg>
        <pc:spChg chg="mod">
          <ac:chgData name="Mr Sanjay" userId="26c5fb33abf79f1f" providerId="LiveId" clId="{C124AA58-CB85-4033-A8B6-557D66072CD4}" dt="2024-12-03T00:42:27.292" v="648" actId="207"/>
          <ac:spMkLst>
            <pc:docMk/>
            <pc:sldMk cId="0" sldId="280"/>
            <ac:spMk id="26632" creationId="{762892EA-A75B-1C9E-8CFE-B54DE193D351}"/>
          </ac:spMkLst>
        </pc:spChg>
        <pc:spChg chg="mod">
          <ac:chgData name="Mr Sanjay" userId="26c5fb33abf79f1f" providerId="LiveId" clId="{C124AA58-CB85-4033-A8B6-557D66072CD4}" dt="2024-12-03T00:42:27.292" v="648" actId="207"/>
          <ac:spMkLst>
            <pc:docMk/>
            <pc:sldMk cId="0" sldId="280"/>
            <ac:spMk id="26633" creationId="{B152E71A-1C12-B7F0-4A89-A9219EB5C379}"/>
          </ac:spMkLst>
        </pc:spChg>
        <pc:spChg chg="mod">
          <ac:chgData name="Mr Sanjay" userId="26c5fb33abf79f1f" providerId="LiveId" clId="{C124AA58-CB85-4033-A8B6-557D66072CD4}" dt="2024-12-03T00:42:27.292" v="648" actId="207"/>
          <ac:spMkLst>
            <pc:docMk/>
            <pc:sldMk cId="0" sldId="280"/>
            <ac:spMk id="26634" creationId="{BDD85AF0-8735-32C4-C7DC-12D9D2CCAA24}"/>
          </ac:spMkLst>
        </pc:spChg>
        <pc:spChg chg="mod">
          <ac:chgData name="Mr Sanjay" userId="26c5fb33abf79f1f" providerId="LiveId" clId="{C124AA58-CB85-4033-A8B6-557D66072CD4}" dt="2024-12-03T00:42:27.292" v="648" actId="207"/>
          <ac:spMkLst>
            <pc:docMk/>
            <pc:sldMk cId="0" sldId="280"/>
            <ac:spMk id="26635" creationId="{6CFDA6B0-E0AE-8AAE-007F-3033E78E3F1C}"/>
          </ac:spMkLst>
        </pc:spChg>
        <pc:spChg chg="mod">
          <ac:chgData name="Mr Sanjay" userId="26c5fb33abf79f1f" providerId="LiveId" clId="{C124AA58-CB85-4033-A8B6-557D66072CD4}" dt="2024-12-03T00:42:27.292" v="648" actId="207"/>
          <ac:spMkLst>
            <pc:docMk/>
            <pc:sldMk cId="0" sldId="280"/>
            <ac:spMk id="26636" creationId="{0A3511AC-911F-F320-CFAA-46724BD138DC}"/>
          </ac:spMkLst>
        </pc:spChg>
        <pc:spChg chg="mod">
          <ac:chgData name="Mr Sanjay" userId="26c5fb33abf79f1f" providerId="LiveId" clId="{C124AA58-CB85-4033-A8B6-557D66072CD4}" dt="2024-12-03T00:42:27.292" v="648" actId="207"/>
          <ac:spMkLst>
            <pc:docMk/>
            <pc:sldMk cId="0" sldId="280"/>
            <ac:spMk id="26637" creationId="{818C8F28-4D23-AB86-8E9E-419E80EE7F56}"/>
          </ac:spMkLst>
        </pc:spChg>
        <pc:spChg chg="mod">
          <ac:chgData name="Mr Sanjay" userId="26c5fb33abf79f1f" providerId="LiveId" clId="{C124AA58-CB85-4033-A8B6-557D66072CD4}" dt="2024-12-03T00:42:27.292" v="648" actId="207"/>
          <ac:spMkLst>
            <pc:docMk/>
            <pc:sldMk cId="0" sldId="280"/>
            <ac:spMk id="26638" creationId="{2A15F3F6-AD29-E850-7495-98C4E7B5AAA0}"/>
          </ac:spMkLst>
        </pc:spChg>
        <pc:spChg chg="mod">
          <ac:chgData name="Mr Sanjay" userId="26c5fb33abf79f1f" providerId="LiveId" clId="{C124AA58-CB85-4033-A8B6-557D66072CD4}" dt="2024-12-03T00:42:27.292" v="648" actId="207"/>
          <ac:spMkLst>
            <pc:docMk/>
            <pc:sldMk cId="0" sldId="280"/>
            <ac:spMk id="26639" creationId="{1C764F46-F314-A928-5D47-A906DB692847}"/>
          </ac:spMkLst>
        </pc:spChg>
        <pc:spChg chg="mod">
          <ac:chgData name="Mr Sanjay" userId="26c5fb33abf79f1f" providerId="LiveId" clId="{C124AA58-CB85-4033-A8B6-557D66072CD4}" dt="2024-12-03T00:42:27.292" v="648" actId="207"/>
          <ac:spMkLst>
            <pc:docMk/>
            <pc:sldMk cId="0" sldId="280"/>
            <ac:spMk id="26640" creationId="{9252E396-4C72-909D-5944-8E67B3B6A658}"/>
          </ac:spMkLst>
        </pc:spChg>
        <pc:spChg chg="mod">
          <ac:chgData name="Mr Sanjay" userId="26c5fb33abf79f1f" providerId="LiveId" clId="{C124AA58-CB85-4033-A8B6-557D66072CD4}" dt="2024-12-03T00:42:27.292" v="648" actId="207"/>
          <ac:spMkLst>
            <pc:docMk/>
            <pc:sldMk cId="0" sldId="280"/>
            <ac:spMk id="26641" creationId="{522FFBBA-6687-279E-4E82-A149C6C7FB5A}"/>
          </ac:spMkLst>
        </pc:spChg>
        <pc:picChg chg="del">
          <ac:chgData name="Mr Sanjay" userId="26c5fb33abf79f1f" providerId="LiveId" clId="{C124AA58-CB85-4033-A8B6-557D66072CD4}" dt="2024-12-02T23:09:15.477" v="78" actId="478"/>
          <ac:picMkLst>
            <pc:docMk/>
            <pc:sldMk cId="0" sldId="280"/>
            <ac:picMk id="2" creationId="{00000000-0000-0000-0000-000000000000}"/>
          </ac:picMkLst>
        </pc:picChg>
        <pc:picChg chg="mod">
          <ac:chgData name="Mr Sanjay" userId="26c5fb33abf79f1f" providerId="LiveId" clId="{C124AA58-CB85-4033-A8B6-557D66072CD4}" dt="2024-12-03T00:42:27.292" v="648" actId="207"/>
          <ac:picMkLst>
            <pc:docMk/>
            <pc:sldMk cId="0" sldId="280"/>
            <ac:picMk id="26626" creationId="{110E4D12-BEDB-53BB-91CD-EB614AA6A335}"/>
          </ac:picMkLst>
        </pc:picChg>
        <pc:picChg chg="mod">
          <ac:chgData name="Mr Sanjay" userId="26c5fb33abf79f1f" providerId="LiveId" clId="{C124AA58-CB85-4033-A8B6-557D66072CD4}" dt="2024-12-03T00:42:27.292" v="648" actId="207"/>
          <ac:picMkLst>
            <pc:docMk/>
            <pc:sldMk cId="0" sldId="280"/>
            <ac:picMk id="26627" creationId="{6031E045-C468-9799-0FCC-ED06DC27DBD7}"/>
          </ac:picMkLst>
        </pc:picChg>
        <pc:picChg chg="mod">
          <ac:chgData name="Mr Sanjay" userId="26c5fb33abf79f1f" providerId="LiveId" clId="{C124AA58-CB85-4033-A8B6-557D66072CD4}" dt="2024-12-03T00:42:27.292" v="648" actId="207"/>
          <ac:picMkLst>
            <pc:docMk/>
            <pc:sldMk cId="0" sldId="280"/>
            <ac:picMk id="26628" creationId="{1F69FB1F-24BD-5D3D-71A6-B85D49CEEFC4}"/>
          </ac:picMkLst>
        </pc:picChg>
        <pc:picChg chg="mod">
          <ac:chgData name="Mr Sanjay" userId="26c5fb33abf79f1f" providerId="LiveId" clId="{C124AA58-CB85-4033-A8B6-557D66072CD4}" dt="2024-12-03T00:42:27.292" v="648" actId="207"/>
          <ac:picMkLst>
            <pc:docMk/>
            <pc:sldMk cId="0" sldId="280"/>
            <ac:picMk id="26629" creationId="{AF944391-AB34-CA50-6F29-482AF93FC0A0}"/>
          </ac:picMkLst>
        </pc:picChg>
      </pc:sldChg>
      <pc:sldChg chg="add del">
        <pc:chgData name="Mr Sanjay" userId="26c5fb33abf79f1f" providerId="LiveId" clId="{C124AA58-CB85-4033-A8B6-557D66072CD4}" dt="2024-12-02T23:06:25.549" v="70" actId="47"/>
        <pc:sldMkLst>
          <pc:docMk/>
          <pc:sldMk cId="0" sldId="281"/>
        </pc:sldMkLst>
      </pc:sldChg>
      <pc:sldChg chg="delSp add del mod">
        <pc:chgData name="Mr Sanjay" userId="26c5fb33abf79f1f" providerId="LiveId" clId="{C124AA58-CB85-4033-A8B6-557D66072CD4}" dt="2024-12-02T23:01:14.942" v="38" actId="47"/>
        <pc:sldMkLst>
          <pc:docMk/>
          <pc:sldMk cId="0" sldId="282"/>
        </pc:sldMkLst>
        <pc:picChg chg="del">
          <ac:chgData name="Mr Sanjay" userId="26c5fb33abf79f1f" providerId="LiveId" clId="{C124AA58-CB85-4033-A8B6-557D66072CD4}" dt="2024-12-02T23:01:12.405" v="37" actId="478"/>
          <ac:picMkLst>
            <pc:docMk/>
            <pc:sldMk cId="0" sldId="282"/>
            <ac:picMk id="2" creationId="{00000000-0000-0000-0000-000000000000}"/>
          </ac:picMkLst>
        </pc:picChg>
      </pc:sldChg>
      <pc:sldChg chg="addSp delSp modSp add mod">
        <pc:chgData name="Mr Sanjay" userId="26c5fb33abf79f1f" providerId="LiveId" clId="{C124AA58-CB85-4033-A8B6-557D66072CD4}" dt="2024-12-03T00:37:33.132" v="628" actId="478"/>
        <pc:sldMkLst>
          <pc:docMk/>
          <pc:sldMk cId="0" sldId="283"/>
        </pc:sldMkLst>
        <pc:spChg chg="mod">
          <ac:chgData name="Mr Sanjay" userId="26c5fb33abf79f1f" providerId="LiveId" clId="{C124AA58-CB85-4033-A8B6-557D66072CD4}" dt="2024-12-02T23:42:36.973" v="444" actId="1037"/>
          <ac:spMkLst>
            <pc:docMk/>
            <pc:sldMk cId="0" sldId="283"/>
            <ac:spMk id="16" creationId="{4A14F7B8-D6F0-E5E5-2D22-5D9467271DAD}"/>
          </ac:spMkLst>
        </pc:spChg>
        <pc:spChg chg="mod">
          <ac:chgData name="Mr Sanjay" userId="26c5fb33abf79f1f" providerId="LiveId" clId="{C124AA58-CB85-4033-A8B6-557D66072CD4}" dt="2024-12-02T23:42:36.973" v="444" actId="1037"/>
          <ac:spMkLst>
            <pc:docMk/>
            <pc:sldMk cId="0" sldId="283"/>
            <ac:spMk id="17" creationId="{18A50227-2BA7-3D99-20B8-953AF5AD1513}"/>
          </ac:spMkLst>
        </pc:spChg>
        <pc:spChg chg="mod">
          <ac:chgData name="Mr Sanjay" userId="26c5fb33abf79f1f" providerId="LiveId" clId="{C124AA58-CB85-4033-A8B6-557D66072CD4}" dt="2024-12-02T23:42:36.973" v="444" actId="1037"/>
          <ac:spMkLst>
            <pc:docMk/>
            <pc:sldMk cId="0" sldId="283"/>
            <ac:spMk id="21" creationId="{D0BB6290-A63C-CA73-F4B4-AFDAD6892FB2}"/>
          </ac:spMkLst>
        </pc:spChg>
        <pc:spChg chg="mod">
          <ac:chgData name="Mr Sanjay" userId="26c5fb33abf79f1f" providerId="LiveId" clId="{C124AA58-CB85-4033-A8B6-557D66072CD4}" dt="2024-12-02T23:42:36.973" v="444" actId="1037"/>
          <ac:spMkLst>
            <pc:docMk/>
            <pc:sldMk cId="0" sldId="283"/>
            <ac:spMk id="26" creationId="{9A8AADC8-45E6-86A0-2419-38AB8FA2D375}"/>
          </ac:spMkLst>
        </pc:spChg>
        <pc:spChg chg="del">
          <ac:chgData name="Mr Sanjay" userId="26c5fb33abf79f1f" providerId="LiveId" clId="{C124AA58-CB85-4033-A8B6-557D66072CD4}" dt="2024-12-03T00:37:33.132" v="628" actId="478"/>
          <ac:spMkLst>
            <pc:docMk/>
            <pc:sldMk cId="0" sldId="283"/>
            <ac:spMk id="29701" creationId="{1A98BFF3-E6C5-66BD-80CD-BD53B001E511}"/>
          </ac:spMkLst>
        </pc:spChg>
        <pc:grpChg chg="add del">
          <ac:chgData name="Mr Sanjay" userId="26c5fb33abf79f1f" providerId="LiveId" clId="{C124AA58-CB85-4033-A8B6-557D66072CD4}" dt="2024-12-03T00:37:30.237" v="627" actId="478"/>
          <ac:grpSpMkLst>
            <pc:docMk/>
            <pc:sldMk cId="0" sldId="283"/>
            <ac:grpSpMk id="29698" creationId="{4BE81B75-50D6-6534-9942-308ABF508CE5}"/>
          </ac:grpSpMkLst>
        </pc:grpChg>
      </pc:sldChg>
      <pc:sldChg chg="modSp add del mod">
        <pc:chgData name="Mr Sanjay" userId="26c5fb33abf79f1f" providerId="LiveId" clId="{C124AA58-CB85-4033-A8B6-557D66072CD4}" dt="2024-12-02T23:36:54.576" v="392" actId="47"/>
        <pc:sldMkLst>
          <pc:docMk/>
          <pc:sldMk cId="0" sldId="284"/>
        </pc:sldMkLst>
        <pc:picChg chg="mod">
          <ac:chgData name="Mr Sanjay" userId="26c5fb33abf79f1f" providerId="LiveId" clId="{C124AA58-CB85-4033-A8B6-557D66072CD4}" dt="2024-12-02T23:26:31.376" v="115" actId="14100"/>
          <ac:picMkLst>
            <pc:docMk/>
            <pc:sldMk cId="0" sldId="284"/>
            <ac:picMk id="2" creationId="{00000000-0000-0000-0000-000000000000}"/>
          </ac:picMkLst>
        </pc:picChg>
      </pc:sldChg>
      <pc:sldChg chg="add del">
        <pc:chgData name="Mr Sanjay" userId="26c5fb33abf79f1f" providerId="LiveId" clId="{C124AA58-CB85-4033-A8B6-557D66072CD4}" dt="2024-12-02T23:13:50.328" v="86" actId="47"/>
        <pc:sldMkLst>
          <pc:docMk/>
          <pc:sldMk cId="0" sldId="286"/>
        </pc:sldMkLst>
      </pc:sldChg>
      <pc:sldChg chg="del">
        <pc:chgData name="Mr Sanjay" userId="26c5fb33abf79f1f" providerId="LiveId" clId="{C124AA58-CB85-4033-A8B6-557D66072CD4}" dt="2024-12-02T22:40:58.534" v="9" actId="47"/>
        <pc:sldMkLst>
          <pc:docMk/>
          <pc:sldMk cId="2955089913" sldId="294"/>
        </pc:sldMkLst>
      </pc:sldChg>
      <pc:sldChg chg="modSp mod">
        <pc:chgData name="Mr Sanjay" userId="26c5fb33abf79f1f" providerId="LiveId" clId="{C124AA58-CB85-4033-A8B6-557D66072CD4}" dt="2024-12-03T00:41:55.125" v="645" actId="1076"/>
        <pc:sldMkLst>
          <pc:docMk/>
          <pc:sldMk cId="3344843611" sldId="295"/>
        </pc:sldMkLst>
        <pc:spChg chg="mod">
          <ac:chgData name="Mr Sanjay" userId="26c5fb33abf79f1f" providerId="LiveId" clId="{C124AA58-CB85-4033-A8B6-557D66072CD4}" dt="2024-12-03T00:41:55.125" v="645" actId="1076"/>
          <ac:spMkLst>
            <pc:docMk/>
            <pc:sldMk cId="3344843611" sldId="295"/>
            <ac:spMk id="2" creationId="{787210E8-2149-1496-B1C5-9F1061CD1191}"/>
          </ac:spMkLst>
        </pc:spChg>
        <pc:spChg chg="mod">
          <ac:chgData name="Mr Sanjay" userId="26c5fb33abf79f1f" providerId="LiveId" clId="{C124AA58-CB85-4033-A8B6-557D66072CD4}" dt="2024-12-03T00:39:04.838" v="634"/>
          <ac:spMkLst>
            <pc:docMk/>
            <pc:sldMk cId="3344843611" sldId="295"/>
            <ac:spMk id="3" creationId="{C112A644-3CE4-FCDE-5283-8B05FDA75EB6}"/>
          </ac:spMkLst>
        </pc:spChg>
        <pc:picChg chg="mod">
          <ac:chgData name="Mr Sanjay" userId="26c5fb33abf79f1f" providerId="LiveId" clId="{C124AA58-CB85-4033-A8B6-557D66072CD4}" dt="2024-12-03T00:41:28.393" v="640" actId="1076"/>
          <ac:picMkLst>
            <pc:docMk/>
            <pc:sldMk cId="3344843611" sldId="295"/>
            <ac:picMk id="10" creationId="{B5CD7B21-35F1-F75C-8755-27DBA1DD6256}"/>
          </ac:picMkLst>
        </pc:picChg>
      </pc:sldChg>
      <pc:sldChg chg="modSp">
        <pc:chgData name="Mr Sanjay" userId="26c5fb33abf79f1f" providerId="LiveId" clId="{C124AA58-CB85-4033-A8B6-557D66072CD4}" dt="2024-12-03T00:39:04.838" v="634"/>
        <pc:sldMkLst>
          <pc:docMk/>
          <pc:sldMk cId="0" sldId="319"/>
        </pc:sldMkLst>
        <pc:spChg chg="mod">
          <ac:chgData name="Mr Sanjay" userId="26c5fb33abf79f1f" providerId="LiveId" clId="{C124AA58-CB85-4033-A8B6-557D66072CD4}" dt="2024-12-03T00:39:04.838" v="634"/>
          <ac:spMkLst>
            <pc:docMk/>
            <pc:sldMk cId="0" sldId="319"/>
            <ac:spMk id="2" creationId="{45757612-FD2C-30B1-50A1-2039E77FF8BF}"/>
          </ac:spMkLst>
        </pc:spChg>
      </pc:sldChg>
      <pc:sldChg chg="addSp delSp modSp add mod ord modAnim">
        <pc:chgData name="Mr Sanjay" userId="26c5fb33abf79f1f" providerId="LiveId" clId="{C124AA58-CB85-4033-A8B6-557D66072CD4}" dt="2024-12-03T00:47:47.519" v="681"/>
        <pc:sldMkLst>
          <pc:docMk/>
          <pc:sldMk cId="0" sldId="320"/>
        </pc:sldMkLst>
        <pc:spChg chg="mod">
          <ac:chgData name="Mr Sanjay" userId="26c5fb33abf79f1f" providerId="LiveId" clId="{C124AA58-CB85-4033-A8B6-557D66072CD4}" dt="2024-12-03T00:37:52.307" v="630" actId="27636"/>
          <ac:spMkLst>
            <pc:docMk/>
            <pc:sldMk cId="0" sldId="320"/>
            <ac:spMk id="13" creationId="{D82767D4-4577-3848-BD4C-9A42CDC0AC2D}"/>
          </ac:spMkLst>
        </pc:spChg>
        <pc:spChg chg="del mod">
          <ac:chgData name="Mr Sanjay" userId="26c5fb33abf79f1f" providerId="LiveId" clId="{C124AA58-CB85-4033-A8B6-557D66072CD4}" dt="2024-12-02T23:40:07.512" v="416" actId="478"/>
          <ac:spMkLst>
            <pc:docMk/>
            <pc:sldMk cId="0" sldId="320"/>
            <ac:spMk id="2055" creationId="{CB170010-E41E-1B18-9FD4-65C58B1AA4B9}"/>
          </ac:spMkLst>
        </pc:spChg>
        <pc:spChg chg="mod">
          <ac:chgData name="Mr Sanjay" userId="26c5fb33abf79f1f" providerId="LiveId" clId="{C124AA58-CB85-4033-A8B6-557D66072CD4}" dt="2024-12-03T00:24:47.947" v="601"/>
          <ac:spMkLst>
            <pc:docMk/>
            <pc:sldMk cId="0" sldId="320"/>
            <ac:spMk id="2056" creationId="{63453AA9-0D06-CE27-6DD9-FEEFD7E2FB3E}"/>
          </ac:spMkLst>
        </pc:spChg>
        <pc:spChg chg="add del mod">
          <ac:chgData name="Mr Sanjay" userId="26c5fb33abf79f1f" providerId="LiveId" clId="{C124AA58-CB85-4033-A8B6-557D66072CD4}" dt="2024-12-02T23:38:27.986" v="403" actId="478"/>
          <ac:spMkLst>
            <pc:docMk/>
            <pc:sldMk cId="0" sldId="320"/>
            <ac:spMk id="2057" creationId="{BA341320-5FD1-B151-9B9A-D041DB8DD983}"/>
          </ac:spMkLst>
        </pc:spChg>
        <pc:spChg chg="mod">
          <ac:chgData name="Mr Sanjay" userId="26c5fb33abf79f1f" providerId="LiveId" clId="{C124AA58-CB85-4033-A8B6-557D66072CD4}" dt="2024-12-03T00:24:47.947" v="601"/>
          <ac:spMkLst>
            <pc:docMk/>
            <pc:sldMk cId="0" sldId="320"/>
            <ac:spMk id="2058" creationId="{D4906819-4E7E-060A-F800-AC092D0C1862}"/>
          </ac:spMkLst>
        </pc:spChg>
        <pc:spChg chg="del mod">
          <ac:chgData name="Mr Sanjay" userId="26c5fb33abf79f1f" providerId="LiveId" clId="{C124AA58-CB85-4033-A8B6-557D66072CD4}" dt="2024-12-02T23:38:36.680" v="404" actId="478"/>
          <ac:spMkLst>
            <pc:docMk/>
            <pc:sldMk cId="0" sldId="320"/>
            <ac:spMk id="2059" creationId="{856D91F0-C367-2C22-330A-5538FB4E298E}"/>
          </ac:spMkLst>
        </pc:spChg>
        <pc:spChg chg="del mod">
          <ac:chgData name="Mr Sanjay" userId="26c5fb33abf79f1f" providerId="LiveId" clId="{C124AA58-CB85-4033-A8B6-557D66072CD4}" dt="2024-12-02T23:38:08.326" v="399" actId="478"/>
          <ac:spMkLst>
            <pc:docMk/>
            <pc:sldMk cId="0" sldId="320"/>
            <ac:spMk id="2060" creationId="{F1DE735D-399B-4D29-C610-D0CDDDE29025}"/>
          </ac:spMkLst>
        </pc:spChg>
        <pc:spChg chg="mod">
          <ac:chgData name="Mr Sanjay" userId="26c5fb33abf79f1f" providerId="LiveId" clId="{C124AA58-CB85-4033-A8B6-557D66072CD4}" dt="2024-12-03T00:24:47.947" v="601"/>
          <ac:spMkLst>
            <pc:docMk/>
            <pc:sldMk cId="0" sldId="320"/>
            <ac:spMk id="2061" creationId="{3E05BA2E-55D6-8179-AC22-D98D33111562}"/>
          </ac:spMkLst>
        </pc:spChg>
        <pc:spChg chg="add del mod">
          <ac:chgData name="Mr Sanjay" userId="26c5fb33abf79f1f" providerId="LiveId" clId="{C124AA58-CB85-4033-A8B6-557D66072CD4}" dt="2024-12-02T23:38:14.983" v="400" actId="478"/>
          <ac:spMkLst>
            <pc:docMk/>
            <pc:sldMk cId="0" sldId="320"/>
            <ac:spMk id="2062" creationId="{E0BBB79D-6AF0-06E3-8808-E1D2C15DAC3B}"/>
          </ac:spMkLst>
        </pc:spChg>
        <pc:grpChg chg="add del mod">
          <ac:chgData name="Mr Sanjay" userId="26c5fb33abf79f1f" providerId="LiveId" clId="{C124AA58-CB85-4033-A8B6-557D66072CD4}" dt="2024-12-03T00:26:27.185" v="604" actId="478"/>
          <ac:grpSpMkLst>
            <pc:docMk/>
            <pc:sldMk cId="0" sldId="320"/>
            <ac:grpSpMk id="2050" creationId="{22A487DE-F21E-0649-FC1C-498AA48AD89B}"/>
          </ac:grpSpMkLst>
        </pc:grpChg>
        <pc:picChg chg="mod ord">
          <ac:chgData name="Mr Sanjay" userId="26c5fb33abf79f1f" providerId="LiveId" clId="{C124AA58-CB85-4033-A8B6-557D66072CD4}" dt="2024-12-03T00:45:34.801" v="664" actId="1076"/>
          <ac:picMkLst>
            <pc:docMk/>
            <pc:sldMk cId="0" sldId="320"/>
            <ac:picMk id="2" creationId="{B0FFBCF8-5048-B6E3-4AFA-92FA270A9FC5}"/>
          </ac:picMkLst>
        </pc:picChg>
        <pc:picChg chg="add mod">
          <ac:chgData name="Mr Sanjay" userId="26c5fb33abf79f1f" providerId="LiveId" clId="{C124AA58-CB85-4033-A8B6-557D66072CD4}" dt="2024-12-03T00:45:39.722" v="665" actId="1076"/>
          <ac:picMkLst>
            <pc:docMk/>
            <pc:sldMk cId="0" sldId="320"/>
            <ac:picMk id="4" creationId="{729EF1DB-7B47-7E6C-0805-9D74C5808825}"/>
          </ac:picMkLst>
        </pc:picChg>
        <pc:picChg chg="add del mod">
          <ac:chgData name="Mr Sanjay" userId="26c5fb33abf79f1f" providerId="LiveId" clId="{C124AA58-CB85-4033-A8B6-557D66072CD4}" dt="2024-12-03T00:28:04.157" v="609" actId="478"/>
          <ac:picMkLst>
            <pc:docMk/>
            <pc:sldMk cId="0" sldId="320"/>
            <ac:picMk id="6" creationId="{FE767AA7-D2BA-B254-E5D0-950599F3841B}"/>
          </ac:picMkLst>
        </pc:picChg>
        <pc:picChg chg="add mod modCrop">
          <ac:chgData name="Mr Sanjay" userId="26c5fb33abf79f1f" providerId="LiveId" clId="{C124AA58-CB85-4033-A8B6-557D66072CD4}" dt="2024-12-03T00:45:45.829" v="671" actId="1036"/>
          <ac:picMkLst>
            <pc:docMk/>
            <pc:sldMk cId="0" sldId="320"/>
            <ac:picMk id="8" creationId="{9E300E44-60F4-5F1B-6F47-1DFA6589FB9F}"/>
          </ac:picMkLst>
        </pc:picChg>
        <pc:picChg chg="add mod">
          <ac:chgData name="Mr Sanjay" userId="26c5fb33abf79f1f" providerId="LiveId" clId="{C124AA58-CB85-4033-A8B6-557D66072CD4}" dt="2024-12-03T00:14:15.295" v="482" actId="14100"/>
          <ac:picMkLst>
            <pc:docMk/>
            <pc:sldMk cId="0" sldId="320"/>
            <ac:picMk id="1026" creationId="{E64FE113-BA23-1DAC-7A99-BAA87171672E}"/>
          </ac:picMkLst>
        </pc:picChg>
        <pc:picChg chg="mod">
          <ac:chgData name="Mr Sanjay" userId="26c5fb33abf79f1f" providerId="LiveId" clId="{C124AA58-CB85-4033-A8B6-557D66072CD4}" dt="2024-12-03T00:24:47.947" v="601"/>
          <ac:picMkLst>
            <pc:docMk/>
            <pc:sldMk cId="0" sldId="320"/>
            <ac:picMk id="2053" creationId="{772BCEA1-311B-E8DB-14C7-163F1A853509}"/>
          </ac:picMkLst>
        </pc:picChg>
        <pc:picChg chg="mod">
          <ac:chgData name="Mr Sanjay" userId="26c5fb33abf79f1f" providerId="LiveId" clId="{C124AA58-CB85-4033-A8B6-557D66072CD4}" dt="2024-12-03T00:24:47.947" v="601"/>
          <ac:picMkLst>
            <pc:docMk/>
            <pc:sldMk cId="0" sldId="320"/>
            <ac:picMk id="2054" creationId="{E8EED49F-3902-435E-E917-5323680BB30B}"/>
          </ac:picMkLst>
        </pc:picChg>
      </pc:sldChg>
      <pc:sldChg chg="add del">
        <pc:chgData name="Mr Sanjay" userId="26c5fb33abf79f1f" providerId="LiveId" clId="{C124AA58-CB85-4033-A8B6-557D66072CD4}" dt="2024-12-02T23:09:25.134" v="80" actId="47"/>
        <pc:sldMkLst>
          <pc:docMk/>
          <pc:sldMk cId="0" sldId="321"/>
        </pc:sldMkLst>
      </pc:sldChg>
      <pc:sldChg chg="modSp add del mod modAnim">
        <pc:chgData name="Mr Sanjay" userId="26c5fb33abf79f1f" providerId="LiveId" clId="{C124AA58-CB85-4033-A8B6-557D66072CD4}" dt="2024-12-03T00:50:03.810" v="730"/>
        <pc:sldMkLst>
          <pc:docMk/>
          <pc:sldMk cId="0" sldId="322"/>
        </pc:sldMkLst>
        <pc:spChg chg="mod">
          <ac:chgData name="Mr Sanjay" userId="26c5fb33abf79f1f" providerId="LiveId" clId="{C124AA58-CB85-4033-A8B6-557D66072CD4}" dt="2024-12-03T00:40:29.463" v="636" actId="207"/>
          <ac:spMkLst>
            <pc:docMk/>
            <pc:sldMk cId="0" sldId="322"/>
            <ac:spMk id="9" creationId="{4E261BF7-D7CC-AD47-A294-08724816D532}"/>
          </ac:spMkLst>
        </pc:spChg>
        <pc:spChg chg="mod">
          <ac:chgData name="Mr Sanjay" userId="26c5fb33abf79f1f" providerId="LiveId" clId="{C124AA58-CB85-4033-A8B6-557D66072CD4}" dt="2024-12-03T00:40:29.463" v="636" actId="207"/>
          <ac:spMkLst>
            <pc:docMk/>
            <pc:sldMk cId="0" sldId="322"/>
            <ac:spMk id="10" creationId="{A7D7842C-7544-EB84-6405-40ECD0B52ECE}"/>
          </ac:spMkLst>
        </pc:spChg>
        <pc:spChg chg="mod">
          <ac:chgData name="Mr Sanjay" userId="26c5fb33abf79f1f" providerId="LiveId" clId="{C124AA58-CB85-4033-A8B6-557D66072CD4}" dt="2024-12-03T00:40:29.463" v="636" actId="207"/>
          <ac:spMkLst>
            <pc:docMk/>
            <pc:sldMk cId="0" sldId="322"/>
            <ac:spMk id="11" creationId="{D557DBC0-3504-4F75-8DB1-A5D4A12AC39E}"/>
          </ac:spMkLst>
        </pc:spChg>
        <pc:spChg chg="mod">
          <ac:chgData name="Mr Sanjay" userId="26c5fb33abf79f1f" providerId="LiveId" clId="{C124AA58-CB85-4033-A8B6-557D66072CD4}" dt="2024-12-03T00:40:29.463" v="636" actId="207"/>
          <ac:spMkLst>
            <pc:docMk/>
            <pc:sldMk cId="0" sldId="322"/>
            <ac:spMk id="12" creationId="{EBAD2129-AF2A-8C05-207A-0DCA53C64397}"/>
          </ac:spMkLst>
        </pc:spChg>
        <pc:spChg chg="mod">
          <ac:chgData name="Mr Sanjay" userId="26c5fb33abf79f1f" providerId="LiveId" clId="{C124AA58-CB85-4033-A8B6-557D66072CD4}" dt="2024-12-03T00:40:29.463" v="636" actId="207"/>
          <ac:spMkLst>
            <pc:docMk/>
            <pc:sldMk cId="0" sldId="322"/>
            <ac:spMk id="13" creationId="{25CFF6F5-713A-1C66-47D5-A6F78009FB5E}"/>
          </ac:spMkLst>
        </pc:spChg>
        <pc:spChg chg="mod">
          <ac:chgData name="Mr Sanjay" userId="26c5fb33abf79f1f" providerId="LiveId" clId="{C124AA58-CB85-4033-A8B6-557D66072CD4}" dt="2024-12-03T00:40:29.463" v="636" actId="207"/>
          <ac:spMkLst>
            <pc:docMk/>
            <pc:sldMk cId="0" sldId="322"/>
            <ac:spMk id="14" creationId="{9188977E-E5ED-DAD3-9F7E-3395BA01C3D8}"/>
          </ac:spMkLst>
        </pc:spChg>
        <pc:spChg chg="mod">
          <ac:chgData name="Mr Sanjay" userId="26c5fb33abf79f1f" providerId="LiveId" clId="{C124AA58-CB85-4033-A8B6-557D66072CD4}" dt="2024-12-03T00:40:29.463" v="636" actId="207"/>
          <ac:spMkLst>
            <pc:docMk/>
            <pc:sldMk cId="0" sldId="322"/>
            <ac:spMk id="15" creationId="{1C3AA534-EA5C-ED8E-0CF6-9E7AE8AF6022}"/>
          </ac:spMkLst>
        </pc:spChg>
        <pc:spChg chg="mod">
          <ac:chgData name="Mr Sanjay" userId="26c5fb33abf79f1f" providerId="LiveId" clId="{C124AA58-CB85-4033-A8B6-557D66072CD4}" dt="2024-12-03T00:40:29.463" v="636" actId="207"/>
          <ac:spMkLst>
            <pc:docMk/>
            <pc:sldMk cId="0" sldId="322"/>
            <ac:spMk id="4102" creationId="{25FFE623-D2B2-E614-F2FE-CD99B8F4B650}"/>
          </ac:spMkLst>
        </pc:spChg>
        <pc:spChg chg="mod">
          <ac:chgData name="Mr Sanjay" userId="26c5fb33abf79f1f" providerId="LiveId" clId="{C124AA58-CB85-4033-A8B6-557D66072CD4}" dt="2024-12-03T00:40:29.463" v="636" actId="207"/>
          <ac:spMkLst>
            <pc:docMk/>
            <pc:sldMk cId="0" sldId="322"/>
            <ac:spMk id="4103" creationId="{2FB3AF57-C81C-FD62-36CE-DAB2DBF422C8}"/>
          </ac:spMkLst>
        </pc:spChg>
        <pc:spChg chg="mod">
          <ac:chgData name="Mr Sanjay" userId="26c5fb33abf79f1f" providerId="LiveId" clId="{C124AA58-CB85-4033-A8B6-557D66072CD4}" dt="2024-12-03T00:40:29.463" v="636" actId="207"/>
          <ac:spMkLst>
            <pc:docMk/>
            <pc:sldMk cId="0" sldId="322"/>
            <ac:spMk id="4104" creationId="{AF243717-6405-D5C8-8430-7F02C837457D}"/>
          </ac:spMkLst>
        </pc:spChg>
        <pc:picChg chg="mod">
          <ac:chgData name="Mr Sanjay" userId="26c5fb33abf79f1f" providerId="LiveId" clId="{C124AA58-CB85-4033-A8B6-557D66072CD4}" dt="2024-12-03T00:40:29.463" v="636" actId="207"/>
          <ac:picMkLst>
            <pc:docMk/>
            <pc:sldMk cId="0" sldId="322"/>
            <ac:picMk id="4098" creationId="{434CCE74-5283-A356-A746-D10A8C1AC5AF}"/>
          </ac:picMkLst>
        </pc:picChg>
        <pc:picChg chg="mod">
          <ac:chgData name="Mr Sanjay" userId="26c5fb33abf79f1f" providerId="LiveId" clId="{C124AA58-CB85-4033-A8B6-557D66072CD4}" dt="2024-12-03T00:40:29.463" v="636" actId="207"/>
          <ac:picMkLst>
            <pc:docMk/>
            <pc:sldMk cId="0" sldId="322"/>
            <ac:picMk id="4099" creationId="{0448467F-02CF-09A0-B7ED-0492DC8FE3CD}"/>
          </ac:picMkLst>
        </pc:picChg>
        <pc:picChg chg="mod">
          <ac:chgData name="Mr Sanjay" userId="26c5fb33abf79f1f" providerId="LiveId" clId="{C124AA58-CB85-4033-A8B6-557D66072CD4}" dt="2024-12-03T00:40:29.463" v="636" actId="207"/>
          <ac:picMkLst>
            <pc:docMk/>
            <pc:sldMk cId="0" sldId="322"/>
            <ac:picMk id="4100" creationId="{E4D9D160-AA9F-E8DE-2BC5-8C4058E02154}"/>
          </ac:picMkLst>
        </pc:picChg>
        <pc:picChg chg="mod">
          <ac:chgData name="Mr Sanjay" userId="26c5fb33abf79f1f" providerId="LiveId" clId="{C124AA58-CB85-4033-A8B6-557D66072CD4}" dt="2024-12-03T00:40:29.463" v="636" actId="207"/>
          <ac:picMkLst>
            <pc:docMk/>
            <pc:sldMk cId="0" sldId="322"/>
            <ac:picMk id="4101" creationId="{A170BF99-8F2F-3096-FE01-E47D3B4F6DEA}"/>
          </ac:picMkLst>
        </pc:picChg>
      </pc:sldChg>
      <pc:sldChg chg="modSp add mod">
        <pc:chgData name="Mr Sanjay" userId="26c5fb33abf79f1f" providerId="LiveId" clId="{C124AA58-CB85-4033-A8B6-557D66072CD4}" dt="2024-12-03T00:42:17.457" v="647" actId="1076"/>
        <pc:sldMkLst>
          <pc:docMk/>
          <pc:sldMk cId="0" sldId="323"/>
        </pc:sldMkLst>
        <pc:spChg chg="mod">
          <ac:chgData name="Mr Sanjay" userId="26c5fb33abf79f1f" providerId="LiveId" clId="{C124AA58-CB85-4033-A8B6-557D66072CD4}" dt="2024-12-03T00:42:07.451" v="646" actId="207"/>
          <ac:spMkLst>
            <pc:docMk/>
            <pc:sldMk cId="0" sldId="323"/>
            <ac:spMk id="12" creationId="{BD2065ED-D266-EBD7-FC4B-B704A3E9538A}"/>
          </ac:spMkLst>
        </pc:spChg>
        <pc:spChg chg="mod">
          <ac:chgData name="Mr Sanjay" userId="26c5fb33abf79f1f" providerId="LiveId" clId="{C124AA58-CB85-4033-A8B6-557D66072CD4}" dt="2024-12-03T00:42:07.451" v="646" actId="207"/>
          <ac:spMkLst>
            <pc:docMk/>
            <pc:sldMk cId="0" sldId="323"/>
            <ac:spMk id="13" creationId="{AD986123-70D5-3825-FFA7-B62D565147D7}"/>
          </ac:spMkLst>
        </pc:spChg>
        <pc:spChg chg="mod">
          <ac:chgData name="Mr Sanjay" userId="26c5fb33abf79f1f" providerId="LiveId" clId="{C124AA58-CB85-4033-A8B6-557D66072CD4}" dt="2024-12-03T00:42:07.451" v="646" actId="207"/>
          <ac:spMkLst>
            <pc:docMk/>
            <pc:sldMk cId="0" sldId="323"/>
            <ac:spMk id="14" creationId="{F19A33C8-959F-8BF9-74C5-89ADEEB5624B}"/>
          </ac:spMkLst>
        </pc:spChg>
        <pc:spChg chg="mod">
          <ac:chgData name="Mr Sanjay" userId="26c5fb33abf79f1f" providerId="LiveId" clId="{C124AA58-CB85-4033-A8B6-557D66072CD4}" dt="2024-12-03T00:42:07.451" v="646" actId="207"/>
          <ac:spMkLst>
            <pc:docMk/>
            <pc:sldMk cId="0" sldId="323"/>
            <ac:spMk id="15" creationId="{43E5FAA6-C4A8-F15A-84D0-32A614B7C75A}"/>
          </ac:spMkLst>
        </pc:spChg>
        <pc:spChg chg="mod">
          <ac:chgData name="Mr Sanjay" userId="26c5fb33abf79f1f" providerId="LiveId" clId="{C124AA58-CB85-4033-A8B6-557D66072CD4}" dt="2024-12-03T00:42:07.451" v="646" actId="207"/>
          <ac:spMkLst>
            <pc:docMk/>
            <pc:sldMk cId="0" sldId="323"/>
            <ac:spMk id="16" creationId="{91E50AFB-AE30-2768-7BD2-DA66E759C66F}"/>
          </ac:spMkLst>
        </pc:spChg>
        <pc:spChg chg="mod">
          <ac:chgData name="Mr Sanjay" userId="26c5fb33abf79f1f" providerId="LiveId" clId="{C124AA58-CB85-4033-A8B6-557D66072CD4}" dt="2024-12-03T00:42:07.451" v="646" actId="207"/>
          <ac:spMkLst>
            <pc:docMk/>
            <pc:sldMk cId="0" sldId="323"/>
            <ac:spMk id="17" creationId="{69C20405-6AC8-CFE4-0779-5172C8FCBF13}"/>
          </ac:spMkLst>
        </pc:spChg>
        <pc:spChg chg="mod">
          <ac:chgData name="Mr Sanjay" userId="26c5fb33abf79f1f" providerId="LiveId" clId="{C124AA58-CB85-4033-A8B6-557D66072CD4}" dt="2024-12-03T00:42:07.451" v="646" actId="207"/>
          <ac:spMkLst>
            <pc:docMk/>
            <pc:sldMk cId="0" sldId="323"/>
            <ac:spMk id="24580" creationId="{C13A46DF-6075-A2FD-C534-FD4EB78A7FB6}"/>
          </ac:spMkLst>
        </pc:spChg>
        <pc:spChg chg="mod">
          <ac:chgData name="Mr Sanjay" userId="26c5fb33abf79f1f" providerId="LiveId" clId="{C124AA58-CB85-4033-A8B6-557D66072CD4}" dt="2024-12-03T00:42:07.451" v="646" actId="207"/>
          <ac:spMkLst>
            <pc:docMk/>
            <pc:sldMk cId="0" sldId="323"/>
            <ac:spMk id="24581" creationId="{82E65896-49B2-67CB-FE11-CDF87B232E3C}"/>
          </ac:spMkLst>
        </pc:spChg>
        <pc:spChg chg="mod">
          <ac:chgData name="Mr Sanjay" userId="26c5fb33abf79f1f" providerId="LiveId" clId="{C124AA58-CB85-4033-A8B6-557D66072CD4}" dt="2024-12-03T00:42:07.451" v="646" actId="207"/>
          <ac:spMkLst>
            <pc:docMk/>
            <pc:sldMk cId="0" sldId="323"/>
            <ac:spMk id="24582" creationId="{C31BE04A-25EA-393E-D359-67711DD62D7F}"/>
          </ac:spMkLst>
        </pc:spChg>
        <pc:spChg chg="mod">
          <ac:chgData name="Mr Sanjay" userId="26c5fb33abf79f1f" providerId="LiveId" clId="{C124AA58-CB85-4033-A8B6-557D66072CD4}" dt="2024-12-03T00:42:07.451" v="646" actId="207"/>
          <ac:spMkLst>
            <pc:docMk/>
            <pc:sldMk cId="0" sldId="323"/>
            <ac:spMk id="24583" creationId="{9C105E44-386E-0786-B73F-CBB9D9C3764D}"/>
          </ac:spMkLst>
        </pc:spChg>
        <pc:spChg chg="mod">
          <ac:chgData name="Mr Sanjay" userId="26c5fb33abf79f1f" providerId="LiveId" clId="{C124AA58-CB85-4033-A8B6-557D66072CD4}" dt="2024-12-03T00:42:07.451" v="646" actId="207"/>
          <ac:spMkLst>
            <pc:docMk/>
            <pc:sldMk cId="0" sldId="323"/>
            <ac:spMk id="24584" creationId="{A7F574E1-07D7-257A-7593-D9786B88DF26}"/>
          </ac:spMkLst>
        </pc:spChg>
        <pc:spChg chg="mod">
          <ac:chgData name="Mr Sanjay" userId="26c5fb33abf79f1f" providerId="LiveId" clId="{C124AA58-CB85-4033-A8B6-557D66072CD4}" dt="2024-12-03T00:42:07.451" v="646" actId="207"/>
          <ac:spMkLst>
            <pc:docMk/>
            <pc:sldMk cId="0" sldId="323"/>
            <ac:spMk id="24585" creationId="{2E9E3495-F354-8944-461F-9AD54CBE8810}"/>
          </ac:spMkLst>
        </pc:spChg>
        <pc:spChg chg="mod">
          <ac:chgData name="Mr Sanjay" userId="26c5fb33abf79f1f" providerId="LiveId" clId="{C124AA58-CB85-4033-A8B6-557D66072CD4}" dt="2024-12-03T00:42:07.451" v="646" actId="207"/>
          <ac:spMkLst>
            <pc:docMk/>
            <pc:sldMk cId="0" sldId="323"/>
            <ac:spMk id="24586" creationId="{655261F0-189E-8A98-F7EF-0D90D2F8AD13}"/>
          </ac:spMkLst>
        </pc:spChg>
        <pc:spChg chg="mod">
          <ac:chgData name="Mr Sanjay" userId="26c5fb33abf79f1f" providerId="LiveId" clId="{C124AA58-CB85-4033-A8B6-557D66072CD4}" dt="2024-12-03T00:42:07.451" v="646" actId="207"/>
          <ac:spMkLst>
            <pc:docMk/>
            <pc:sldMk cId="0" sldId="323"/>
            <ac:spMk id="24587" creationId="{6EE0B92B-BBA2-D9E7-4ACD-BEC3527BC45F}"/>
          </ac:spMkLst>
        </pc:spChg>
        <pc:picChg chg="mod">
          <ac:chgData name="Mr Sanjay" userId="26c5fb33abf79f1f" providerId="LiveId" clId="{C124AA58-CB85-4033-A8B6-557D66072CD4}" dt="2024-12-03T00:42:17.457" v="647" actId="1076"/>
          <ac:picMkLst>
            <pc:docMk/>
            <pc:sldMk cId="0" sldId="323"/>
            <ac:picMk id="24578" creationId="{02B7482C-1B03-E136-2B8F-FCFB1D5F78A9}"/>
          </ac:picMkLst>
        </pc:picChg>
        <pc:picChg chg="mod">
          <ac:chgData name="Mr Sanjay" userId="26c5fb33abf79f1f" providerId="LiveId" clId="{C124AA58-CB85-4033-A8B6-557D66072CD4}" dt="2024-12-03T00:42:07.451" v="646" actId="207"/>
          <ac:picMkLst>
            <pc:docMk/>
            <pc:sldMk cId="0" sldId="323"/>
            <ac:picMk id="24579" creationId="{88351F1E-7E16-B953-6242-9D28E187CFF9}"/>
          </ac:picMkLst>
        </pc:picChg>
      </pc:sldChg>
      <pc:sldChg chg="add modAnim">
        <pc:chgData name="Mr Sanjay" userId="26c5fb33abf79f1f" providerId="LiveId" clId="{C124AA58-CB85-4033-A8B6-557D66072CD4}" dt="2024-12-03T00:48:54.902" v="700"/>
        <pc:sldMkLst>
          <pc:docMk/>
          <pc:sldMk cId="0" sldId="324"/>
        </pc:sldMkLst>
      </pc:sldChg>
      <pc:sldMasterChg chg="delSldLayout">
        <pc:chgData name="Mr Sanjay" userId="26c5fb33abf79f1f" providerId="LiveId" clId="{C124AA58-CB85-4033-A8B6-557D66072CD4}" dt="2024-12-02T23:09:25.134" v="80" actId="47"/>
        <pc:sldMasterMkLst>
          <pc:docMk/>
          <pc:sldMasterMk cId="443269983" sldId="2147483663"/>
        </pc:sldMasterMkLst>
        <pc:sldLayoutChg chg="del">
          <pc:chgData name="Mr Sanjay" userId="26c5fb33abf79f1f" providerId="LiveId" clId="{C124AA58-CB85-4033-A8B6-557D66072CD4}" dt="2024-12-02T22:36:45.134" v="4" actId="47"/>
          <pc:sldLayoutMkLst>
            <pc:docMk/>
            <pc:sldMasterMk cId="443269983" sldId="2147483663"/>
            <pc:sldLayoutMk cId="1479830679" sldId="2147483680"/>
          </pc:sldLayoutMkLst>
        </pc:sldLayoutChg>
        <pc:sldLayoutChg chg="del">
          <pc:chgData name="Mr Sanjay" userId="26c5fb33abf79f1f" providerId="LiveId" clId="{C124AA58-CB85-4033-A8B6-557D66072CD4}" dt="2024-12-02T23:06:09.026" v="69" actId="47"/>
          <pc:sldLayoutMkLst>
            <pc:docMk/>
            <pc:sldMasterMk cId="443269983" sldId="2147483663"/>
            <pc:sldLayoutMk cId="112994926" sldId="2147483683"/>
          </pc:sldLayoutMkLst>
        </pc:sldLayoutChg>
        <pc:sldLayoutChg chg="del">
          <pc:chgData name="Mr Sanjay" userId="26c5fb33abf79f1f" providerId="LiveId" clId="{C124AA58-CB85-4033-A8B6-557D66072CD4}" dt="2024-12-02T23:00:36.534" v="36" actId="47"/>
          <pc:sldLayoutMkLst>
            <pc:docMk/>
            <pc:sldMasterMk cId="443269983" sldId="2147483663"/>
            <pc:sldLayoutMk cId="3976400724" sldId="2147483685"/>
          </pc:sldLayoutMkLst>
        </pc:sldLayoutChg>
        <pc:sldLayoutChg chg="del">
          <pc:chgData name="Mr Sanjay" userId="26c5fb33abf79f1f" providerId="LiveId" clId="{C124AA58-CB85-4033-A8B6-557D66072CD4}" dt="2024-12-02T23:09:25.134" v="80" actId="47"/>
          <pc:sldLayoutMkLst>
            <pc:docMk/>
            <pc:sldMasterMk cId="443269983" sldId="2147483663"/>
            <pc:sldLayoutMk cId="853755771" sldId="2147483686"/>
          </pc:sldLayoutMkLst>
        </pc:sldLayoutChg>
      </pc:sldMasterChg>
      <pc:sldMasterChg chg="modTransition">
        <pc:chgData name="Mr Sanjay" userId="26c5fb33abf79f1f" providerId="LiveId" clId="{C124AA58-CB85-4033-A8B6-557D66072CD4}" dt="2024-12-03T00:36:51.376" v="622"/>
        <pc:sldMasterMkLst>
          <pc:docMk/>
          <pc:sldMasterMk cId="1270091482" sldId="2147483684"/>
        </pc:sldMasterMkLst>
      </pc:sldMasterChg>
      <pc:sldMasterChg chg="modTransition">
        <pc:chgData name="Mr Sanjay" userId="26c5fb33abf79f1f" providerId="LiveId" clId="{C124AA58-CB85-4033-A8B6-557D66072CD4}" dt="2024-12-03T00:35:54.318" v="621"/>
        <pc:sldMasterMkLst>
          <pc:docMk/>
          <pc:sldMasterMk cId="2628323485" sldId="2147483684"/>
        </pc:sldMasterMkLst>
      </pc:sldMasterChg>
      <pc:sldMasterChg chg="modTransition">
        <pc:chgData name="Mr Sanjay" userId="26c5fb33abf79f1f" providerId="LiveId" clId="{C124AA58-CB85-4033-A8B6-557D66072CD4}" dt="2024-12-03T00:37:52.212" v="629"/>
        <pc:sldMasterMkLst>
          <pc:docMk/>
          <pc:sldMasterMk cId="2277997006" sldId="2147483704"/>
        </pc:sldMasterMkLst>
      </pc:sldMasterChg>
      <pc:sldMasterChg chg="modTransition">
        <pc:chgData name="Mr Sanjay" userId="26c5fb33abf79f1f" providerId="LiveId" clId="{C124AA58-CB85-4033-A8B6-557D66072CD4}" dt="2024-12-03T00:38:45.195" v="633"/>
        <pc:sldMasterMkLst>
          <pc:docMk/>
          <pc:sldMasterMk cId="2661937159" sldId="2147483718"/>
        </pc:sldMasterMkLst>
      </pc:sldMasterChg>
      <pc:sldMasterChg chg="modTransition">
        <pc:chgData name="Mr Sanjay" userId="26c5fb33abf79f1f" providerId="LiveId" clId="{C124AA58-CB85-4033-A8B6-557D66072CD4}" dt="2024-12-03T00:39:04.838" v="634"/>
        <pc:sldMasterMkLst>
          <pc:docMk/>
          <pc:sldMasterMk cId="169880365" sldId="2147483737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7350" y="3348021"/>
            <a:ext cx="6858000" cy="1231118"/>
          </a:xfrm>
        </p:spPr>
        <p:txBody>
          <a:bodyPr wrap="none" anchor="t">
            <a:normAutofit/>
          </a:bodyPr>
          <a:lstStyle>
            <a:lvl1pPr algn="r">
              <a:defRPr sz="7200" b="0" spc="-225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7349" y="2770782"/>
            <a:ext cx="6858000" cy="565519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7707901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smtClean="0"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D"/>
              <a:t>SIERRA // BRAND GUIDELINES</a:t>
            </a:r>
            <a:endParaRPr lang="en-ID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42A4C-1D06-4798-B51F-D5804CA03D28}" type="slidenum">
              <a:rPr lang="en-ID" smtClean="0"/>
              <a:pPr/>
              <a:t>‹#›</a:t>
            </a:fld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087741083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640899" y="3348021"/>
            <a:ext cx="6858000" cy="1231118"/>
          </a:xfrm>
        </p:spPr>
        <p:txBody>
          <a:bodyPr wrap="none" anchor="t">
            <a:normAutofit/>
          </a:bodyPr>
          <a:lstStyle>
            <a:lvl1pPr algn="l">
              <a:defRPr sz="7200" b="0" spc="-225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640899" y="2770256"/>
            <a:ext cx="6858000" cy="565519"/>
          </a:xfrm>
        </p:spPr>
        <p:txBody>
          <a:bodyPr anchor="b">
            <a:normAutofit/>
          </a:bodyPr>
          <a:lstStyle>
            <a:lvl1pPr marL="0" indent="0" algn="l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1920450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0000" y="1369219"/>
            <a:ext cx="3768912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9880" y="1369219"/>
            <a:ext cx="377547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5251088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1260872"/>
            <a:ext cx="3768912" cy="617934"/>
          </a:xfrm>
        </p:spPr>
        <p:txBody>
          <a:bodyPr anchor="b"/>
          <a:lstStyle>
            <a:lvl1pPr marL="0" indent="0">
              <a:buNone/>
              <a:defRPr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000" y="1878806"/>
            <a:ext cx="3768912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9880" y="1260872"/>
            <a:ext cx="3776661" cy="61793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9880" y="1878806"/>
            <a:ext cx="377666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3545521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81088014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9980077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0" y="1543050"/>
            <a:ext cx="2739019" cy="2858691"/>
          </a:xfrm>
        </p:spPr>
        <p:txBody>
          <a:bodyPr/>
          <a:lstStyle>
            <a:lvl1pPr marL="0" indent="0">
              <a:buNone/>
              <a:defRPr sz="12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05140150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0" y="1543050"/>
            <a:ext cx="2739019" cy="2858691"/>
          </a:xfrm>
        </p:spPr>
        <p:txBody>
          <a:bodyPr/>
          <a:lstStyle>
            <a:lvl1pPr marL="0" indent="0">
              <a:buNone/>
              <a:defRPr sz="12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4856085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275370"/>
            <a:ext cx="7886700" cy="61451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9841" y="740569"/>
            <a:ext cx="7886700" cy="253480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3889887"/>
            <a:ext cx="7885509" cy="511854"/>
          </a:xfrm>
        </p:spPr>
        <p:txBody>
          <a:bodyPr/>
          <a:lstStyle>
            <a:lvl1pPr marL="0" indent="0">
              <a:buNone/>
              <a:defRPr sz="12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0671329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2650758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3367049"/>
            <a:ext cx="7885509" cy="1126370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4590529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273844"/>
            <a:ext cx="6977064" cy="2244678"/>
          </a:xfrm>
        </p:spPr>
        <p:txBody>
          <a:bodyPr anchor="ctr"/>
          <a:lstStyle>
            <a:lvl1pPr>
              <a:defRPr sz="3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524168"/>
            <a:ext cx="6564224" cy="41172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8650" y="3376297"/>
            <a:ext cx="7884318" cy="1117122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9" name="TextBox 8"/>
          <p:cNvSpPr txBox="1"/>
          <p:nvPr/>
        </p:nvSpPr>
        <p:spPr>
          <a:xfrm>
            <a:off x="833283" y="590118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8359" y="205740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3801049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745226"/>
            <a:ext cx="7886700" cy="1883876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3637936"/>
            <a:ext cx="7885509" cy="855483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65349148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002961" y="1414462"/>
            <a:ext cx="221015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017598" y="1928812"/>
            <a:ext cx="2195513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40996" y="1414462"/>
            <a:ext cx="2202181" cy="43219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33081" y="1928812"/>
            <a:ext cx="2210096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71777" y="1414462"/>
            <a:ext cx="2199085" cy="43219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18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71777" y="1928812"/>
            <a:ext cx="2199085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4613948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99064" y="3223127"/>
            <a:ext cx="220503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99064" y="1692266"/>
            <a:ext cx="2205038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99064" y="3655324"/>
            <a:ext cx="220503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748" y="3223127"/>
            <a:ext cx="219789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1692266"/>
            <a:ext cx="2197894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5733" y="3655323"/>
            <a:ext cx="2200805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53242" y="3223127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53241" y="1692266"/>
            <a:ext cx="2199085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53148" y="3655322"/>
            <a:ext cx="220199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16524574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66845831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12760511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bg>
      <p:bgPr>
        <a:solidFill>
          <a:schemeClr val="lt1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"/>
          <p:cNvSpPr txBox="1">
            <a:spLocks noGrp="1"/>
          </p:cNvSpPr>
          <p:nvPr>
            <p:ph type="title"/>
          </p:nvPr>
        </p:nvSpPr>
        <p:spPr>
          <a:xfrm>
            <a:off x="914575" y="495875"/>
            <a:ext cx="6026700" cy="81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7"/>
          <p:cNvSpPr txBox="1">
            <a:spLocks noGrp="1"/>
          </p:cNvSpPr>
          <p:nvPr>
            <p:ph type="body" idx="1"/>
          </p:nvPr>
        </p:nvSpPr>
        <p:spPr>
          <a:xfrm>
            <a:off x="914575" y="1584425"/>
            <a:ext cx="3264000" cy="295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spcBef>
                <a:spcPts val="600"/>
              </a:spcBef>
              <a:spcAft>
                <a:spcPts val="0"/>
              </a:spcAft>
              <a:buSzPts val="2200"/>
              <a:buChar char="▰"/>
              <a:defRPr sz="2200"/>
            </a:lvl1pPr>
            <a:lvl2pPr marL="914400" lvl="1" indent="-368300" rtl="0">
              <a:spcBef>
                <a:spcPts val="0"/>
              </a:spcBef>
              <a:spcAft>
                <a:spcPts val="0"/>
              </a:spcAft>
              <a:buSzPts val="2200"/>
              <a:buChar char="╺"/>
              <a:defRPr sz="2200"/>
            </a:lvl2pPr>
            <a:lvl3pPr marL="1371600" lvl="2" indent="-368300" rtl="0">
              <a:spcBef>
                <a:spcPts val="0"/>
              </a:spcBef>
              <a:spcAft>
                <a:spcPts val="0"/>
              </a:spcAft>
              <a:buSzPts val="2200"/>
              <a:buChar char="╺"/>
              <a:defRPr sz="2200"/>
            </a:lvl3pPr>
            <a:lvl4pPr marL="1828800" lvl="3" indent="-368300" rtl="0">
              <a:spcBef>
                <a:spcPts val="0"/>
              </a:spcBef>
              <a:spcAft>
                <a:spcPts val="0"/>
              </a:spcAft>
              <a:buSzPts val="2200"/>
              <a:buChar char="╺"/>
              <a:defRPr sz="2200"/>
            </a:lvl4pPr>
            <a:lvl5pPr marL="2286000" lvl="4" indent="-3683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marL="2743200" lvl="5" indent="-3683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marL="3200400" lvl="6" indent="-3683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marL="3657600" lvl="7" indent="-3683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marL="4114800" lvl="8" indent="-3683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>
            <a:endParaRPr/>
          </a:p>
        </p:txBody>
      </p:sp>
      <p:sp>
        <p:nvSpPr>
          <p:cNvPr id="79" name="Google Shape;79;p7"/>
          <p:cNvSpPr txBox="1">
            <a:spLocks noGrp="1"/>
          </p:cNvSpPr>
          <p:nvPr>
            <p:ph type="body" idx="2"/>
          </p:nvPr>
        </p:nvSpPr>
        <p:spPr>
          <a:xfrm>
            <a:off x="4650178" y="1584425"/>
            <a:ext cx="3264000" cy="295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spcBef>
                <a:spcPts val="600"/>
              </a:spcBef>
              <a:spcAft>
                <a:spcPts val="0"/>
              </a:spcAft>
              <a:buSzPts val="2200"/>
              <a:buChar char="▰"/>
              <a:defRPr sz="2200"/>
            </a:lvl1pPr>
            <a:lvl2pPr marL="914400" lvl="1" indent="-368300" rtl="0">
              <a:spcBef>
                <a:spcPts val="0"/>
              </a:spcBef>
              <a:spcAft>
                <a:spcPts val="0"/>
              </a:spcAft>
              <a:buSzPts val="2200"/>
              <a:buChar char="╺"/>
              <a:defRPr sz="2200"/>
            </a:lvl2pPr>
            <a:lvl3pPr marL="1371600" lvl="2" indent="-368300" rtl="0">
              <a:spcBef>
                <a:spcPts val="0"/>
              </a:spcBef>
              <a:spcAft>
                <a:spcPts val="0"/>
              </a:spcAft>
              <a:buSzPts val="2200"/>
              <a:buChar char="╺"/>
              <a:defRPr sz="2200"/>
            </a:lvl3pPr>
            <a:lvl4pPr marL="1828800" lvl="3" indent="-368300" rtl="0">
              <a:spcBef>
                <a:spcPts val="0"/>
              </a:spcBef>
              <a:spcAft>
                <a:spcPts val="0"/>
              </a:spcAft>
              <a:buSzPts val="2200"/>
              <a:buChar char="╺"/>
              <a:defRPr sz="2200"/>
            </a:lvl4pPr>
            <a:lvl5pPr marL="2286000" lvl="4" indent="-3683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marL="2743200" lvl="5" indent="-3683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marL="3200400" lvl="6" indent="-3683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marL="3657600" lvl="7" indent="-3683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marL="4114800" lvl="8" indent="-3683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>
            <a:endParaRPr/>
          </a:p>
        </p:txBody>
      </p:sp>
      <p:sp>
        <p:nvSpPr>
          <p:cNvPr id="80" name="Google Shape;80;p7"/>
          <p:cNvSpPr txBox="1">
            <a:spLocks noGrp="1"/>
          </p:cNvSpPr>
          <p:nvPr>
            <p:ph type="sldNum" idx="12"/>
          </p:nvPr>
        </p:nvSpPr>
        <p:spPr>
          <a:xfrm>
            <a:off x="8557525" y="0"/>
            <a:ext cx="4341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32642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278" b="1" i="0">
                <a:solidFill>
                  <a:srgbClr val="05050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4">
            <a:extLst>
              <a:ext uri="{FF2B5EF4-FFF2-40B4-BE49-F238E27FC236}">
                <a16:creationId xmlns:a16="http://schemas.microsoft.com/office/drawing/2014/main" id="{16D94FFE-9046-900A-6798-1D779066D04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Holder 5">
            <a:extLst>
              <a:ext uri="{FF2B5EF4-FFF2-40B4-BE49-F238E27FC236}">
                <a16:creationId xmlns:a16="http://schemas.microsoft.com/office/drawing/2014/main" id="{FC2EC646-77C7-B5E4-9442-B3869E31E270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314D67-913F-46DA-9D12-74C143896029}" type="datetimeFigureOut">
              <a:rPr lang="en-US" altLang="en-US"/>
              <a:pPr/>
              <a:t>1/16/2026</a:t>
            </a:fld>
            <a:endParaRPr lang="en-US" altLang="en-US"/>
          </a:p>
        </p:txBody>
      </p:sp>
      <p:sp>
        <p:nvSpPr>
          <p:cNvPr id="7" name="Holder 6">
            <a:extLst>
              <a:ext uri="{FF2B5EF4-FFF2-40B4-BE49-F238E27FC236}">
                <a16:creationId xmlns:a16="http://schemas.microsoft.com/office/drawing/2014/main" id="{774BECD2-3CF6-6D09-D86E-4FBF734525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E06766-5E4B-445B-86CB-0E263D07DA2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2740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1369219"/>
            <a:ext cx="767535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98803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  <p:sldLayoutId id="2147483754" r:id="rId17"/>
    <p:sldLayoutId id="2147483755" r:id="rId18"/>
    <p:sldLayoutId id="2147483756" r:id="rId19"/>
  </p:sldLayoutIdLst>
  <p:transition>
    <p:fade thruBlk="1"/>
  </p:transition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5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>
            <a:extLst>
              <a:ext uri="{FF2B5EF4-FFF2-40B4-BE49-F238E27FC236}">
                <a16:creationId xmlns:a16="http://schemas.microsoft.com/office/drawing/2014/main" id="{D82767D4-4577-3848-BD4C-9A42CDC0AC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2901" y="184173"/>
            <a:ext cx="5074230" cy="630992"/>
          </a:xfrm>
        </p:spPr>
        <p:txBody>
          <a:bodyPr vert="horz" lIns="91440" tIns="6429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7144" indent="13395">
              <a:lnSpc>
                <a:spcPct val="101000"/>
              </a:lnSpc>
              <a:spcBef>
                <a:spcPts val="50"/>
              </a:spcBef>
            </a:pPr>
            <a:r>
              <a:rPr lang="en-US" altLang="en-US" sz="2644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Weather Webpage Project</a:t>
            </a:r>
          </a:p>
        </p:txBody>
      </p:sp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29EF1DB-7B47-7E6C-0805-9D74C5808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2673" y="-18216"/>
            <a:ext cx="2636242" cy="83338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0FFBCF8-5048-B6E3-4AFA-92FA270A9F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2901" y="831494"/>
            <a:ext cx="5963199" cy="41359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300E44-60F4-5F1B-6F47-1DFA6589FB9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828"/>
          <a:stretch/>
        </p:blipFill>
        <p:spPr>
          <a:xfrm>
            <a:off x="6342673" y="880478"/>
            <a:ext cx="2636242" cy="40327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object 2">
            <a:extLst>
              <a:ext uri="{FF2B5EF4-FFF2-40B4-BE49-F238E27FC236}">
                <a16:creationId xmlns:a16="http://schemas.microsoft.com/office/drawing/2014/main" id="{434CCE74-5283-A356-A746-D10A8C1AC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1703"/>
            <a:ext cx="9144000" cy="2385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object 3">
            <a:extLst>
              <a:ext uri="{FF2B5EF4-FFF2-40B4-BE49-F238E27FC236}">
                <a16:creationId xmlns:a16="http://schemas.microsoft.com/office/drawing/2014/main" id="{0448467F-02CF-09A0-B7ED-0492DC8FE3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872" y="3319165"/>
            <a:ext cx="458986" cy="459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object 4">
            <a:extLst>
              <a:ext uri="{FF2B5EF4-FFF2-40B4-BE49-F238E27FC236}">
                <a16:creationId xmlns:a16="http://schemas.microsoft.com/office/drawing/2014/main" id="{E4D9D160-AA9F-E8DE-2BC5-8C4058E021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6795" y="3319165"/>
            <a:ext cx="458986" cy="459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object 5">
            <a:extLst>
              <a:ext uri="{FF2B5EF4-FFF2-40B4-BE49-F238E27FC236}">
                <a16:creationId xmlns:a16="http://schemas.microsoft.com/office/drawing/2014/main" id="{A170BF99-8F2F-3096-FE01-E47D3B4F6D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2717" y="3319165"/>
            <a:ext cx="458986" cy="459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object 6">
            <a:extLst>
              <a:ext uri="{FF2B5EF4-FFF2-40B4-BE49-F238E27FC236}">
                <a16:creationId xmlns:a16="http://schemas.microsoft.com/office/drawing/2014/main" id="{25FFE623-D2B2-E614-F2FE-CD99B8F4B650}"/>
              </a:ext>
            </a:extLst>
          </p:cNvPr>
          <p:cNvSpPr>
            <a:spLocks/>
          </p:cNvSpPr>
          <p:nvPr/>
        </p:nvSpPr>
        <p:spPr bwMode="auto">
          <a:xfrm>
            <a:off x="7251799" y="4123730"/>
            <a:ext cx="859929" cy="0"/>
          </a:xfrm>
          <a:custGeom>
            <a:avLst/>
            <a:gdLst>
              <a:gd name="T0" fmla="*/ 0 w 1529080"/>
              <a:gd name="T1" fmla="*/ 1528762 w 1529080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1529080">
                <a:moveTo>
                  <a:pt x="0" y="0"/>
                </a:moveTo>
                <a:lnTo>
                  <a:pt x="1528762" y="0"/>
                </a:lnTo>
              </a:path>
            </a:pathLst>
          </a:custGeom>
          <a:noFill/>
          <a:ln w="1277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sz="1013">
              <a:solidFill>
                <a:schemeClr val="bg1"/>
              </a:solidFill>
            </a:endParaRPr>
          </a:p>
        </p:txBody>
      </p:sp>
      <p:sp>
        <p:nvSpPr>
          <p:cNvPr id="4103" name="object 7">
            <a:extLst>
              <a:ext uri="{FF2B5EF4-FFF2-40B4-BE49-F238E27FC236}">
                <a16:creationId xmlns:a16="http://schemas.microsoft.com/office/drawing/2014/main" id="{2FB3AF57-C81C-FD62-36CE-DAB2DBF422C8}"/>
              </a:ext>
            </a:extLst>
          </p:cNvPr>
          <p:cNvSpPr>
            <a:spLocks/>
          </p:cNvSpPr>
          <p:nvPr/>
        </p:nvSpPr>
        <p:spPr bwMode="auto">
          <a:xfrm>
            <a:off x="4155877" y="4123730"/>
            <a:ext cx="846534" cy="0"/>
          </a:xfrm>
          <a:custGeom>
            <a:avLst/>
            <a:gdLst>
              <a:gd name="T0" fmla="*/ 0 w 1503679"/>
              <a:gd name="T1" fmla="*/ 1503283 w 1503679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1503679">
                <a:moveTo>
                  <a:pt x="0" y="0"/>
                </a:moveTo>
                <a:lnTo>
                  <a:pt x="1503283" y="0"/>
                </a:lnTo>
              </a:path>
            </a:pathLst>
          </a:custGeom>
          <a:noFill/>
          <a:ln w="1277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sz="1013">
              <a:solidFill>
                <a:schemeClr val="bg1"/>
              </a:solidFill>
            </a:endParaRPr>
          </a:p>
        </p:txBody>
      </p:sp>
      <p:sp>
        <p:nvSpPr>
          <p:cNvPr id="4104" name="object 8">
            <a:extLst>
              <a:ext uri="{FF2B5EF4-FFF2-40B4-BE49-F238E27FC236}">
                <a16:creationId xmlns:a16="http://schemas.microsoft.com/office/drawing/2014/main" id="{AF243717-6405-D5C8-8430-7F02C837457D}"/>
              </a:ext>
            </a:extLst>
          </p:cNvPr>
          <p:cNvSpPr>
            <a:spLocks/>
          </p:cNvSpPr>
          <p:nvPr/>
        </p:nvSpPr>
        <p:spPr bwMode="auto">
          <a:xfrm>
            <a:off x="1060847" y="4123730"/>
            <a:ext cx="845642" cy="0"/>
          </a:xfrm>
          <a:custGeom>
            <a:avLst/>
            <a:gdLst>
              <a:gd name="T0" fmla="*/ 0 w 1503679"/>
              <a:gd name="T1" fmla="*/ 1503283 w 1503679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1503679">
                <a:moveTo>
                  <a:pt x="0" y="0"/>
                </a:moveTo>
                <a:lnTo>
                  <a:pt x="1503283" y="0"/>
                </a:lnTo>
              </a:path>
            </a:pathLst>
          </a:custGeom>
          <a:noFill/>
          <a:ln w="1277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sz="1013">
              <a:solidFill>
                <a:schemeClr val="bg1"/>
              </a:solidFill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4E261BF7-D7CC-AD47-A294-08724816D5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1123" y="249646"/>
            <a:ext cx="6447501" cy="990600"/>
          </a:xfrm>
        </p:spPr>
        <p:txBody>
          <a:bodyPr vert="horz" lIns="91440" tIns="8573" rIns="91440" bIns="45720" rtlCol="0" anchor="t">
            <a:normAutofit/>
          </a:bodyPr>
          <a:lstStyle/>
          <a:p>
            <a:pPr marL="18216">
              <a:spcBef>
                <a:spcPts val="68"/>
              </a:spcBef>
              <a:defRPr/>
            </a:pPr>
            <a:r>
              <a:rPr sz="2363" dirty="0">
                <a:solidFill>
                  <a:schemeClr val="bg1"/>
                </a:solidFill>
              </a:rPr>
              <a:t>Introduction</a:t>
            </a:r>
            <a:r>
              <a:rPr sz="2363" spc="284" dirty="0">
                <a:solidFill>
                  <a:schemeClr val="bg1"/>
                </a:solidFill>
              </a:rPr>
              <a:t> </a:t>
            </a:r>
            <a:r>
              <a:rPr sz="2363" spc="53" dirty="0">
                <a:solidFill>
                  <a:schemeClr val="bg1"/>
                </a:solidFill>
              </a:rPr>
              <a:t>to</a:t>
            </a:r>
            <a:r>
              <a:rPr sz="2363" spc="160" dirty="0">
                <a:solidFill>
                  <a:schemeClr val="bg1"/>
                </a:solidFill>
              </a:rPr>
              <a:t> </a:t>
            </a:r>
            <a:r>
              <a:rPr sz="2363" spc="62" dirty="0">
                <a:solidFill>
                  <a:schemeClr val="bg1"/>
                </a:solidFill>
              </a:rPr>
              <a:t>Weather</a:t>
            </a:r>
            <a:r>
              <a:rPr sz="2363" spc="286" dirty="0">
                <a:solidFill>
                  <a:schemeClr val="bg1"/>
                </a:solidFill>
              </a:rPr>
              <a:t> </a:t>
            </a:r>
            <a:r>
              <a:rPr sz="2363" spc="177" dirty="0">
                <a:solidFill>
                  <a:schemeClr val="bg1"/>
                </a:solidFill>
              </a:rPr>
              <a:t>Webpage</a:t>
            </a:r>
            <a:r>
              <a:rPr sz="2363" spc="172" dirty="0">
                <a:solidFill>
                  <a:schemeClr val="bg1"/>
                </a:solidFill>
              </a:rPr>
              <a:t> </a:t>
            </a:r>
            <a:r>
              <a:rPr sz="2363" spc="-6" dirty="0">
                <a:solidFill>
                  <a:schemeClr val="bg1"/>
                </a:solidFill>
              </a:rPr>
              <a:t>Project</a:t>
            </a:r>
            <a:endParaRPr sz="2363" dirty="0">
              <a:solidFill>
                <a:schemeClr val="bg1"/>
              </a:solidFill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A7D7842C-7544-EB84-6405-40ECD0B52ECE}"/>
              </a:ext>
            </a:extLst>
          </p:cNvPr>
          <p:cNvSpPr txBox="1"/>
          <p:nvPr/>
        </p:nvSpPr>
        <p:spPr>
          <a:xfrm>
            <a:off x="842070" y="3829050"/>
            <a:ext cx="1134070" cy="207092"/>
          </a:xfrm>
          <a:prstGeom prst="rect">
            <a:avLst/>
          </a:prstGeom>
        </p:spPr>
        <p:txBody>
          <a:bodyPr lIns="0" tIns="7858" rIns="0" bIns="0">
            <a:spAutoFit/>
          </a:bodyPr>
          <a:lstStyle/>
          <a:p>
            <a:pPr marL="7144">
              <a:spcBef>
                <a:spcPts val="62"/>
              </a:spcBef>
              <a:defRPr/>
            </a:pPr>
            <a:r>
              <a:rPr sz="1294" b="1" kern="0" spc="-64" dirty="0">
                <a:solidFill>
                  <a:schemeClr val="bg1"/>
                </a:solidFill>
                <a:latin typeface="Arial"/>
                <a:cs typeface="Arial"/>
              </a:rPr>
              <a:t>Travel</a:t>
            </a:r>
            <a:r>
              <a:rPr sz="1294" b="1" kern="0" spc="-93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94" b="1" kern="0" spc="-42" dirty="0">
                <a:solidFill>
                  <a:schemeClr val="bg1"/>
                </a:solidFill>
                <a:latin typeface="Arial"/>
                <a:cs typeface="Arial"/>
              </a:rPr>
              <a:t>Planning</a:t>
            </a:r>
            <a:endParaRPr sz="1294" kern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D557DBC0-3504-4F75-8DB1-A5D4A12AC39E}"/>
              </a:ext>
            </a:extLst>
          </p:cNvPr>
          <p:cNvSpPr txBox="1"/>
          <p:nvPr/>
        </p:nvSpPr>
        <p:spPr>
          <a:xfrm>
            <a:off x="3900487" y="3829050"/>
            <a:ext cx="1326059" cy="207092"/>
          </a:xfrm>
          <a:prstGeom prst="rect">
            <a:avLst/>
          </a:prstGeom>
        </p:spPr>
        <p:txBody>
          <a:bodyPr lIns="0" tIns="7858" rIns="0" bIns="0">
            <a:spAutoFit/>
          </a:bodyPr>
          <a:lstStyle/>
          <a:p>
            <a:pPr marL="7144">
              <a:spcBef>
                <a:spcPts val="62"/>
              </a:spcBef>
              <a:defRPr/>
            </a:pPr>
            <a:r>
              <a:rPr sz="1294" b="1" kern="0" spc="-56" dirty="0">
                <a:solidFill>
                  <a:schemeClr val="bg1"/>
                </a:solidFill>
                <a:latin typeface="Arial"/>
                <a:cs typeface="Arial"/>
              </a:rPr>
              <a:t>Event</a:t>
            </a:r>
            <a:r>
              <a:rPr sz="1294" b="1" kern="0" spc="-64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94" b="1" kern="0" spc="-37" dirty="0">
                <a:solidFill>
                  <a:schemeClr val="bg1"/>
                </a:solidFill>
                <a:latin typeface="Arial"/>
                <a:cs typeface="Arial"/>
              </a:rPr>
              <a:t>Preparation</a:t>
            </a:r>
            <a:endParaRPr sz="1294" kern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EBAD2129-AF2A-8C05-207A-0DCA53C64397}"/>
              </a:ext>
            </a:extLst>
          </p:cNvPr>
          <p:cNvSpPr txBox="1"/>
          <p:nvPr/>
        </p:nvSpPr>
        <p:spPr>
          <a:xfrm>
            <a:off x="6714232" y="3829050"/>
            <a:ext cx="1918990" cy="207092"/>
          </a:xfrm>
          <a:prstGeom prst="rect">
            <a:avLst/>
          </a:prstGeom>
        </p:spPr>
        <p:txBody>
          <a:bodyPr lIns="0" tIns="7858" rIns="0" bIns="0">
            <a:spAutoFit/>
          </a:bodyPr>
          <a:lstStyle/>
          <a:p>
            <a:pPr marL="7144">
              <a:spcBef>
                <a:spcPts val="62"/>
              </a:spcBef>
              <a:defRPr/>
            </a:pPr>
            <a:r>
              <a:rPr sz="1294" b="1" kern="0" spc="-59" dirty="0">
                <a:solidFill>
                  <a:schemeClr val="bg1"/>
                </a:solidFill>
                <a:latin typeface="Arial"/>
                <a:cs typeface="Arial"/>
              </a:rPr>
              <a:t>Agricultural</a:t>
            </a:r>
            <a:r>
              <a:rPr sz="1294" b="1" kern="0" spc="-53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94" b="1" kern="0" spc="-6" dirty="0">
                <a:solidFill>
                  <a:schemeClr val="bg1"/>
                </a:solidFill>
                <a:latin typeface="Arial"/>
                <a:cs typeface="Arial"/>
              </a:rPr>
              <a:t>Management</a:t>
            </a:r>
            <a:endParaRPr sz="1294" kern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25CFF6F5-713A-1C66-47D5-A6F78009FB5E}"/>
              </a:ext>
            </a:extLst>
          </p:cNvPr>
          <p:cNvSpPr txBox="1"/>
          <p:nvPr/>
        </p:nvSpPr>
        <p:spPr>
          <a:xfrm>
            <a:off x="275035" y="4234458"/>
            <a:ext cx="2421731" cy="430743"/>
          </a:xfrm>
          <a:prstGeom prst="rect">
            <a:avLst/>
          </a:prstGeom>
        </p:spPr>
        <p:txBody>
          <a:bodyPr lIns="0" tIns="16430" rIns="0" bIns="0">
            <a:spAutoFit/>
          </a:bodyPr>
          <a:lstStyle>
            <a:lvl1pPr marL="11113" indent="-23813">
              <a:tabLst>
                <a:tab pos="990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990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990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990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990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90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90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90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90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ts val="1076"/>
              </a:lnSpc>
              <a:spcBef>
                <a:spcPts val="127"/>
              </a:spcBef>
            </a:pPr>
            <a:r>
              <a:rPr lang="en-US" altLang="en-US" sz="900" dirty="0">
                <a:solidFill>
                  <a:schemeClr val="bg1"/>
                </a:solidFill>
                <a:cs typeface="Arial" panose="020B0604020202020204" pitchFamily="34" charset="0"/>
              </a:rPr>
              <a:t>Users can easily check weather updates to plan their travel itineraries, ensuring a safe and enjoyable experience throughout their journey.</a:t>
            </a: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9188977E-E5ED-DAD3-9F7E-3395BA01C3D8}"/>
              </a:ext>
            </a:extLst>
          </p:cNvPr>
          <p:cNvSpPr txBox="1"/>
          <p:nvPr/>
        </p:nvSpPr>
        <p:spPr>
          <a:xfrm>
            <a:off x="3310236" y="4234458"/>
            <a:ext cx="2526208" cy="571807"/>
          </a:xfrm>
          <a:prstGeom prst="rect">
            <a:avLst/>
          </a:prstGeom>
        </p:spPr>
        <p:txBody>
          <a:bodyPr lIns="0" tIns="16430" rIns="0" bIns="0">
            <a:spAutoFit/>
          </a:bodyPr>
          <a:lstStyle>
            <a:lvl1pPr marL="11113" indent="-63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ts val="1076"/>
              </a:lnSpc>
              <a:spcBef>
                <a:spcPts val="127"/>
              </a:spcBef>
            </a:pPr>
            <a:r>
              <a:rPr lang="en-US" altLang="en-US" sz="900">
                <a:solidFill>
                  <a:schemeClr val="bg1"/>
                </a:solidFill>
                <a:cs typeface="Arial" panose="020B0604020202020204" pitchFamily="34" charset="0"/>
              </a:rPr>
              <a:t>Organizers can utilize the webpage to assess weather conditions, optimizing scheduling for outdoor events and activities, thereby increasing attendance and satisfaction.</a:t>
            </a: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1C3AA534-EA5C-ED8E-0CF6-9E7AE8AF6022}"/>
              </a:ext>
            </a:extLst>
          </p:cNvPr>
          <p:cNvSpPr txBox="1"/>
          <p:nvPr/>
        </p:nvSpPr>
        <p:spPr>
          <a:xfrm>
            <a:off x="6447235" y="4234458"/>
            <a:ext cx="2455664" cy="571807"/>
          </a:xfrm>
          <a:prstGeom prst="rect">
            <a:avLst/>
          </a:prstGeom>
        </p:spPr>
        <p:txBody>
          <a:bodyPr lIns="0" tIns="16430" rIns="0" bIns="0">
            <a:spAutoFit/>
          </a:bodyPr>
          <a:lstStyle>
            <a:lvl1pPr marL="111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ts val="1076"/>
              </a:lnSpc>
              <a:spcBef>
                <a:spcPts val="127"/>
              </a:spcBef>
            </a:pPr>
            <a:r>
              <a:rPr lang="en-US" altLang="en-US" sz="900">
                <a:solidFill>
                  <a:schemeClr val="bg1"/>
                </a:solidFill>
                <a:cs typeface="Arial" panose="020B0604020202020204" pitchFamily="34" charset="0"/>
              </a:rPr>
              <a:t>Farmers can access real-time weather data lo make informed decisions regarding planting, harvesting, and protecting crops from adverse weather conditions.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object 2">
            <a:extLst>
              <a:ext uri="{FF2B5EF4-FFF2-40B4-BE49-F238E27FC236}">
                <a16:creationId xmlns:a16="http://schemas.microsoft.com/office/drawing/2014/main" id="{8A6E7170-DFE7-A7DE-F110-C00D8A27C6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9138" y="761703"/>
            <a:ext cx="4155877" cy="3907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object 3">
            <a:extLst>
              <a:ext uri="{FF2B5EF4-FFF2-40B4-BE49-F238E27FC236}">
                <a16:creationId xmlns:a16="http://schemas.microsoft.com/office/drawing/2014/main" id="{89BAFA6B-F5E3-3006-D39C-D2BCFF343FCE}"/>
              </a:ext>
            </a:extLst>
          </p:cNvPr>
          <p:cNvSpPr>
            <a:spLocks/>
          </p:cNvSpPr>
          <p:nvPr/>
        </p:nvSpPr>
        <p:spPr bwMode="auto">
          <a:xfrm>
            <a:off x="158056" y="3937100"/>
            <a:ext cx="0" cy="1192113"/>
          </a:xfrm>
          <a:custGeom>
            <a:avLst/>
            <a:gdLst>
              <a:gd name="T0" fmla="*/ 2119913 h 2120265"/>
              <a:gd name="T1" fmla="*/ 0 h 2120265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2120265">
                <a:moveTo>
                  <a:pt x="0" y="2119913"/>
                </a:moveTo>
                <a:lnTo>
                  <a:pt x="0" y="0"/>
                </a:lnTo>
              </a:path>
            </a:pathLst>
          </a:custGeom>
          <a:noFill/>
          <a:ln w="25479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sz="1013"/>
          </a:p>
        </p:txBody>
      </p:sp>
      <p:sp>
        <p:nvSpPr>
          <p:cNvPr id="5124" name="object 4">
            <a:extLst>
              <a:ext uri="{FF2B5EF4-FFF2-40B4-BE49-F238E27FC236}">
                <a16:creationId xmlns:a16="http://schemas.microsoft.com/office/drawing/2014/main" id="{4EFDDD0E-9B74-D825-D571-5B6CA94ACD4C}"/>
              </a:ext>
            </a:extLst>
          </p:cNvPr>
          <p:cNvSpPr>
            <a:spLocks/>
          </p:cNvSpPr>
          <p:nvPr/>
        </p:nvSpPr>
        <p:spPr bwMode="auto">
          <a:xfrm>
            <a:off x="322362" y="3951387"/>
            <a:ext cx="0" cy="1177826"/>
          </a:xfrm>
          <a:custGeom>
            <a:avLst/>
            <a:gdLst>
              <a:gd name="T0" fmla="*/ 2094372 h 2094865"/>
              <a:gd name="T1" fmla="*/ 0 h 2094865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2094865">
                <a:moveTo>
                  <a:pt x="0" y="2094372"/>
                </a:moveTo>
                <a:lnTo>
                  <a:pt x="0" y="0"/>
                </a:lnTo>
              </a:path>
            </a:pathLst>
          </a:custGeom>
          <a:noFill/>
          <a:ln w="38219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sz="1013"/>
          </a:p>
        </p:txBody>
      </p:sp>
      <p:sp>
        <p:nvSpPr>
          <p:cNvPr id="5125" name="object 5">
            <a:extLst>
              <a:ext uri="{FF2B5EF4-FFF2-40B4-BE49-F238E27FC236}">
                <a16:creationId xmlns:a16="http://schemas.microsoft.com/office/drawing/2014/main" id="{19EE4B27-BB3A-FBD0-A454-7D7D9D041BA3}"/>
              </a:ext>
            </a:extLst>
          </p:cNvPr>
          <p:cNvSpPr>
            <a:spLocks/>
          </p:cNvSpPr>
          <p:nvPr/>
        </p:nvSpPr>
        <p:spPr bwMode="auto">
          <a:xfrm>
            <a:off x="5775722" y="4669334"/>
            <a:ext cx="0" cy="445591"/>
          </a:xfrm>
          <a:custGeom>
            <a:avLst/>
            <a:gdLst>
              <a:gd name="T0" fmla="*/ 791774 h 791845"/>
              <a:gd name="T1" fmla="*/ 0 h 791845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791845">
                <a:moveTo>
                  <a:pt x="0" y="791774"/>
                </a:moveTo>
                <a:lnTo>
                  <a:pt x="0" y="0"/>
                </a:lnTo>
              </a:path>
            </a:pathLst>
          </a:custGeom>
          <a:noFill/>
          <a:ln w="25479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sz="1013"/>
          </a:p>
        </p:txBody>
      </p:sp>
      <p:sp>
        <p:nvSpPr>
          <p:cNvPr id="5126" name="object 6">
            <a:extLst>
              <a:ext uri="{FF2B5EF4-FFF2-40B4-BE49-F238E27FC236}">
                <a16:creationId xmlns:a16="http://schemas.microsoft.com/office/drawing/2014/main" id="{D08D9CB3-2A67-B4BE-7520-EAADDD779493}"/>
              </a:ext>
            </a:extLst>
          </p:cNvPr>
          <p:cNvSpPr>
            <a:spLocks/>
          </p:cNvSpPr>
          <p:nvPr/>
        </p:nvSpPr>
        <p:spPr bwMode="auto">
          <a:xfrm>
            <a:off x="7381280" y="4798814"/>
            <a:ext cx="0" cy="316111"/>
          </a:xfrm>
          <a:custGeom>
            <a:avLst/>
            <a:gdLst>
              <a:gd name="T0" fmla="*/ 561904 h 561975"/>
              <a:gd name="T1" fmla="*/ 0 h 561975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561975">
                <a:moveTo>
                  <a:pt x="0" y="561904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DDDDB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sz="1013"/>
          </a:p>
        </p:txBody>
      </p:sp>
      <p:sp>
        <p:nvSpPr>
          <p:cNvPr id="5127" name="object 7">
            <a:extLst>
              <a:ext uri="{FF2B5EF4-FFF2-40B4-BE49-F238E27FC236}">
                <a16:creationId xmlns:a16="http://schemas.microsoft.com/office/drawing/2014/main" id="{CAE3244D-331F-C336-D578-BBE7A735C105}"/>
              </a:ext>
            </a:extLst>
          </p:cNvPr>
          <p:cNvSpPr>
            <a:spLocks/>
          </p:cNvSpPr>
          <p:nvPr/>
        </p:nvSpPr>
        <p:spPr bwMode="auto">
          <a:xfrm>
            <a:off x="601861" y="1077814"/>
            <a:ext cx="845642" cy="0"/>
          </a:xfrm>
          <a:custGeom>
            <a:avLst/>
            <a:gdLst>
              <a:gd name="T0" fmla="*/ 0 w 1503680"/>
              <a:gd name="T1" fmla="*/ 1503283 w 1503680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1503680">
                <a:moveTo>
                  <a:pt x="0" y="0"/>
                </a:moveTo>
                <a:lnTo>
                  <a:pt x="1503283" y="0"/>
                </a:lnTo>
              </a:path>
            </a:pathLst>
          </a:custGeom>
          <a:noFill/>
          <a:ln w="1277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sz="1013"/>
          </a:p>
        </p:txBody>
      </p:sp>
      <p:sp>
        <p:nvSpPr>
          <p:cNvPr id="5128" name="object 8">
            <a:extLst>
              <a:ext uri="{FF2B5EF4-FFF2-40B4-BE49-F238E27FC236}">
                <a16:creationId xmlns:a16="http://schemas.microsoft.com/office/drawing/2014/main" id="{236B914B-8B36-6D25-9FF4-88EC35CD11DB}"/>
              </a:ext>
            </a:extLst>
          </p:cNvPr>
          <p:cNvSpPr>
            <a:spLocks/>
          </p:cNvSpPr>
          <p:nvPr/>
        </p:nvSpPr>
        <p:spPr bwMode="auto">
          <a:xfrm>
            <a:off x="601861" y="1918097"/>
            <a:ext cx="845642" cy="0"/>
          </a:xfrm>
          <a:custGeom>
            <a:avLst/>
            <a:gdLst>
              <a:gd name="T0" fmla="*/ 0 w 1503680"/>
              <a:gd name="T1" fmla="*/ 1503283 w 1503680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1503680">
                <a:moveTo>
                  <a:pt x="0" y="0"/>
                </a:moveTo>
                <a:lnTo>
                  <a:pt x="1503283" y="0"/>
                </a:lnTo>
              </a:path>
            </a:pathLst>
          </a:custGeom>
          <a:noFill/>
          <a:ln w="1277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sz="1013"/>
          </a:p>
        </p:txBody>
      </p:sp>
      <p:sp>
        <p:nvSpPr>
          <p:cNvPr id="5129" name="object 9">
            <a:extLst>
              <a:ext uri="{FF2B5EF4-FFF2-40B4-BE49-F238E27FC236}">
                <a16:creationId xmlns:a16="http://schemas.microsoft.com/office/drawing/2014/main" id="{FCCC35B2-59D6-4E89-4806-83909BCE7E82}"/>
              </a:ext>
            </a:extLst>
          </p:cNvPr>
          <p:cNvSpPr>
            <a:spLocks/>
          </p:cNvSpPr>
          <p:nvPr/>
        </p:nvSpPr>
        <p:spPr bwMode="auto">
          <a:xfrm>
            <a:off x="601861" y="2751237"/>
            <a:ext cx="845642" cy="0"/>
          </a:xfrm>
          <a:custGeom>
            <a:avLst/>
            <a:gdLst>
              <a:gd name="T0" fmla="*/ 0 w 1503680"/>
              <a:gd name="T1" fmla="*/ 1503283 w 1503680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1503680">
                <a:moveTo>
                  <a:pt x="0" y="0"/>
                </a:moveTo>
                <a:lnTo>
                  <a:pt x="1503283" y="0"/>
                </a:lnTo>
              </a:path>
            </a:pathLst>
          </a:custGeom>
          <a:noFill/>
          <a:ln w="1277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sz="1013"/>
          </a:p>
        </p:txBody>
      </p:sp>
      <p:sp>
        <p:nvSpPr>
          <p:cNvPr id="5130" name="object 10">
            <a:extLst>
              <a:ext uri="{FF2B5EF4-FFF2-40B4-BE49-F238E27FC236}">
                <a16:creationId xmlns:a16="http://schemas.microsoft.com/office/drawing/2014/main" id="{CFA728B2-CAE5-1233-9F7F-7133406C9CE6}"/>
              </a:ext>
            </a:extLst>
          </p:cNvPr>
          <p:cNvSpPr>
            <a:spLocks/>
          </p:cNvSpPr>
          <p:nvPr/>
        </p:nvSpPr>
        <p:spPr bwMode="auto">
          <a:xfrm>
            <a:off x="601861" y="3591520"/>
            <a:ext cx="845642" cy="0"/>
          </a:xfrm>
          <a:custGeom>
            <a:avLst/>
            <a:gdLst>
              <a:gd name="T0" fmla="*/ 0 w 1503680"/>
              <a:gd name="T1" fmla="*/ 1503283 w 1503680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1503680">
                <a:moveTo>
                  <a:pt x="0" y="0"/>
                </a:moveTo>
                <a:lnTo>
                  <a:pt x="1503283" y="0"/>
                </a:lnTo>
              </a:path>
            </a:pathLst>
          </a:custGeom>
          <a:noFill/>
          <a:ln w="1277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sz="1013"/>
          </a:p>
        </p:txBody>
      </p:sp>
      <p:sp>
        <p:nvSpPr>
          <p:cNvPr id="5131" name="object 11">
            <a:extLst>
              <a:ext uri="{FF2B5EF4-FFF2-40B4-BE49-F238E27FC236}">
                <a16:creationId xmlns:a16="http://schemas.microsoft.com/office/drawing/2014/main" id="{7CDD8ECC-C37B-2001-509A-72EA3920F968}"/>
              </a:ext>
            </a:extLst>
          </p:cNvPr>
          <p:cNvSpPr>
            <a:spLocks/>
          </p:cNvSpPr>
          <p:nvPr/>
        </p:nvSpPr>
        <p:spPr bwMode="auto">
          <a:xfrm>
            <a:off x="601861" y="4432697"/>
            <a:ext cx="845642" cy="0"/>
          </a:xfrm>
          <a:custGeom>
            <a:avLst/>
            <a:gdLst>
              <a:gd name="T0" fmla="*/ 0 w 1503680"/>
              <a:gd name="T1" fmla="*/ 1503283 w 1503680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1503680">
                <a:moveTo>
                  <a:pt x="0" y="0"/>
                </a:moveTo>
                <a:lnTo>
                  <a:pt x="1503283" y="0"/>
                </a:lnTo>
              </a:path>
            </a:pathLst>
          </a:custGeom>
          <a:noFill/>
          <a:ln w="1277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sz="1013"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508B469D-BF53-3EE2-E155-C4811D2C2D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8985" y="215502"/>
            <a:ext cx="6603122" cy="546201"/>
          </a:xfrm>
        </p:spPr>
        <p:txBody>
          <a:bodyPr vert="horz" lIns="91440" tIns="8573" rIns="91440" bIns="45720" rtlCol="0" anchor="t">
            <a:noAutofit/>
          </a:bodyPr>
          <a:lstStyle/>
          <a:p>
            <a:pPr marL="18216">
              <a:spcBef>
                <a:spcPts val="68"/>
              </a:spcBef>
              <a:defRPr/>
            </a:pPr>
            <a:r>
              <a:rPr sz="2800" b="1" spc="84" dirty="0">
                <a:solidFill>
                  <a:srgbClr val="0A0A0A"/>
                </a:solidFill>
              </a:rPr>
              <a:t>Importance</a:t>
            </a:r>
            <a:r>
              <a:rPr sz="2800" b="1" spc="124" dirty="0">
                <a:solidFill>
                  <a:srgbClr val="0A0A0A"/>
                </a:solidFill>
              </a:rPr>
              <a:t> </a:t>
            </a:r>
            <a:r>
              <a:rPr sz="2800" b="1" dirty="0">
                <a:solidFill>
                  <a:srgbClr val="0A0A0A"/>
                </a:solidFill>
              </a:rPr>
              <a:t>of</a:t>
            </a:r>
            <a:r>
              <a:rPr sz="2800" b="1" spc="118" dirty="0">
                <a:solidFill>
                  <a:srgbClr val="0A0A0A"/>
                </a:solidFill>
              </a:rPr>
              <a:t> </a:t>
            </a:r>
            <a:r>
              <a:rPr sz="2800" b="1" spc="-31" dirty="0">
                <a:solidFill>
                  <a:srgbClr val="0A0A0A"/>
                </a:solidFill>
              </a:rPr>
              <a:t>Real-</a:t>
            </a:r>
            <a:r>
              <a:rPr sz="2800" b="1" dirty="0">
                <a:solidFill>
                  <a:srgbClr val="0A0A0A"/>
                </a:solidFill>
              </a:rPr>
              <a:t>Time</a:t>
            </a:r>
            <a:r>
              <a:rPr sz="2800" b="1" spc="248" dirty="0">
                <a:solidFill>
                  <a:srgbClr val="0A0A0A"/>
                </a:solidFill>
              </a:rPr>
              <a:t> </a:t>
            </a:r>
            <a:r>
              <a:rPr sz="2800" b="1" spc="76" dirty="0">
                <a:solidFill>
                  <a:srgbClr val="0A0A0A"/>
                </a:solidFill>
              </a:rPr>
              <a:t>Weather</a:t>
            </a:r>
            <a:r>
              <a:rPr sz="2800" b="1" spc="90" dirty="0">
                <a:solidFill>
                  <a:srgbClr val="0A0A0A"/>
                </a:solidFill>
              </a:rPr>
              <a:t> </a:t>
            </a:r>
            <a:r>
              <a:rPr sz="2800" b="1" spc="138" dirty="0">
                <a:solidFill>
                  <a:srgbClr val="0A0A0A"/>
                </a:solidFill>
              </a:rPr>
              <a:t>Data</a:t>
            </a:r>
            <a:endParaRPr sz="2800" b="1" dirty="0"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0E3EBDF2-2AE3-8707-C46A-172FAA13C22F}"/>
              </a:ext>
            </a:extLst>
          </p:cNvPr>
          <p:cNvSpPr txBox="1"/>
          <p:nvPr/>
        </p:nvSpPr>
        <p:spPr>
          <a:xfrm>
            <a:off x="611684" y="786706"/>
            <a:ext cx="3740646" cy="3990115"/>
          </a:xfrm>
          <a:prstGeom prst="rect">
            <a:avLst/>
          </a:prstGeom>
        </p:spPr>
        <p:txBody>
          <a:bodyPr lIns="0" tIns="7858" rIns="0" bIns="0">
            <a:spAutoFit/>
          </a:bodyPr>
          <a:lstStyle>
            <a:lvl1pPr marL="142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64"/>
              </a:spcBef>
            </a:pPr>
            <a:r>
              <a:rPr lang="en-US" altLang="en-US" sz="1238" b="1" dirty="0">
                <a:solidFill>
                  <a:schemeClr val="bg1"/>
                </a:solidFill>
                <a:cs typeface="Arial" panose="020B0604020202020204" pitchFamily="34" charset="0"/>
              </a:rPr>
              <a:t>Travel Planning</a:t>
            </a:r>
            <a:endParaRPr lang="en-US" altLang="en-US" sz="1238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eaLnBrk="1" hangingPunct="1"/>
            <a:endParaRPr lang="en-US" altLang="en-US" sz="1463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>
              <a:lnSpc>
                <a:spcPts val="1189"/>
              </a:lnSpc>
            </a:pPr>
            <a:r>
              <a:rPr lang="en-US" altLang="en-US" sz="1013" dirty="0">
                <a:solidFill>
                  <a:schemeClr val="bg1"/>
                </a:solidFill>
                <a:cs typeface="Arial" panose="020B0604020202020204" pitchFamily="34" charset="0"/>
              </a:rPr>
              <a:t>Accurate weather data enables informed travel decisions and safety.</a:t>
            </a:r>
          </a:p>
          <a:p>
            <a:pPr>
              <a:spcBef>
                <a:spcPts val="984"/>
              </a:spcBef>
            </a:pPr>
            <a:r>
              <a:rPr lang="en-US" altLang="en-US" sz="1238" b="1" dirty="0">
                <a:solidFill>
                  <a:schemeClr val="bg1"/>
                </a:solidFill>
                <a:cs typeface="Arial" panose="020B0604020202020204" pitchFamily="34" charset="0"/>
              </a:rPr>
              <a:t>Event Scheduling</a:t>
            </a:r>
            <a:endParaRPr lang="en-US" altLang="en-US" sz="1238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>
              <a:spcBef>
                <a:spcPts val="7"/>
              </a:spcBef>
            </a:pPr>
            <a:endParaRPr lang="en-US" altLang="en-US" sz="1519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>
              <a:lnSpc>
                <a:spcPts val="1132"/>
              </a:lnSpc>
            </a:pPr>
            <a:r>
              <a:rPr lang="en-US" altLang="en-US" sz="1013" dirty="0">
                <a:solidFill>
                  <a:schemeClr val="bg1"/>
                </a:solidFill>
                <a:cs typeface="Arial" panose="020B0604020202020204" pitchFamily="34" charset="0"/>
              </a:rPr>
              <a:t>Helps in choosing ideal dates for outdoor events and activities.</a:t>
            </a:r>
          </a:p>
          <a:p>
            <a:pPr>
              <a:spcBef>
                <a:spcPts val="21"/>
              </a:spcBef>
            </a:pPr>
            <a:endParaRPr lang="en-US" altLang="en-US" sz="900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en-US" altLang="en-US" sz="1238" b="1" dirty="0">
                <a:solidFill>
                  <a:schemeClr val="bg1"/>
                </a:solidFill>
                <a:cs typeface="Arial" panose="020B0604020202020204" pitchFamily="34" charset="0"/>
              </a:rPr>
              <a:t>Agricultural Decisions</a:t>
            </a:r>
            <a:endParaRPr lang="en-US" altLang="en-US" sz="1238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eaLnBrk="1" hangingPunct="1"/>
            <a:endParaRPr lang="en-US" altLang="en-US" sz="1463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>
              <a:lnSpc>
                <a:spcPts val="1189"/>
              </a:lnSpc>
            </a:pPr>
            <a:r>
              <a:rPr lang="en-US" altLang="en-US" sz="1013" dirty="0">
                <a:solidFill>
                  <a:schemeClr val="bg1"/>
                </a:solidFill>
                <a:cs typeface="Arial" panose="020B0604020202020204" pitchFamily="34" charset="0"/>
              </a:rPr>
              <a:t>Farmers depend on timely weather updates for crop planning and harvesting.</a:t>
            </a:r>
          </a:p>
          <a:p>
            <a:pPr>
              <a:spcBef>
                <a:spcPts val="984"/>
              </a:spcBef>
            </a:pPr>
            <a:r>
              <a:rPr lang="en-US" altLang="en-US" sz="1238" b="1" dirty="0">
                <a:solidFill>
                  <a:schemeClr val="bg1"/>
                </a:solidFill>
                <a:cs typeface="Arial" panose="020B0604020202020204" pitchFamily="34" charset="0"/>
              </a:rPr>
              <a:t>Disaster Management</a:t>
            </a:r>
            <a:endParaRPr lang="en-US" altLang="en-US" sz="1238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>
              <a:spcBef>
                <a:spcPts val="21"/>
              </a:spcBef>
            </a:pPr>
            <a:endParaRPr lang="en-US" altLang="en-US" sz="1463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>
              <a:lnSpc>
                <a:spcPts val="1189"/>
              </a:lnSpc>
            </a:pPr>
            <a:r>
              <a:rPr lang="en-US" altLang="en-US" sz="1013" dirty="0">
                <a:solidFill>
                  <a:schemeClr val="bg1"/>
                </a:solidFill>
                <a:cs typeface="Arial" panose="020B0604020202020204" pitchFamily="34" charset="0"/>
              </a:rPr>
              <a:t>Real-time alerts facilitate timely response to severe weather incidents.</a:t>
            </a:r>
          </a:p>
          <a:p>
            <a:pPr>
              <a:spcBef>
                <a:spcPts val="984"/>
              </a:spcBef>
            </a:pPr>
            <a:r>
              <a:rPr lang="en-US" altLang="en-US" sz="1238" b="1" dirty="0">
                <a:solidFill>
                  <a:schemeClr val="bg1"/>
                </a:solidFill>
                <a:cs typeface="Arial" panose="020B0604020202020204" pitchFamily="34" charset="0"/>
              </a:rPr>
              <a:t>Personal Safety</a:t>
            </a:r>
            <a:endParaRPr lang="en-US" altLang="en-US" sz="1238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eaLnBrk="1" hangingPunct="1"/>
            <a:endParaRPr lang="en-US" altLang="en-US" sz="1463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>
              <a:lnSpc>
                <a:spcPts val="1189"/>
              </a:lnSpc>
            </a:pPr>
            <a:r>
              <a:rPr lang="en-US" altLang="en-US" sz="1013" dirty="0">
                <a:solidFill>
                  <a:schemeClr val="bg1"/>
                </a:solidFill>
                <a:cs typeface="Arial" panose="020B0604020202020204" pitchFamily="34" charset="0"/>
              </a:rPr>
              <a:t>Informs individuals to take precautions during adverse weather conditions.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5CD7B21-35F1-F75C-8755-27DBA1DD62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514" b="3297"/>
          <a:stretch/>
        </p:blipFill>
        <p:spPr>
          <a:xfrm>
            <a:off x="437006" y="777191"/>
            <a:ext cx="7844590" cy="41282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7210E8-2149-1496-B1C5-9F1061CD1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992836" cy="813000"/>
          </a:xfrm>
        </p:spPr>
        <p:txBody>
          <a:bodyPr>
            <a:normAutofit/>
          </a:bodyPr>
          <a:lstStyle/>
          <a:p>
            <a:r>
              <a:rPr lang="en-US" sz="2800" b="1" dirty="0"/>
              <a:t>DETAILED WORKING PROCEDURE OF CODE         </a:t>
            </a:r>
            <a:endParaRPr lang="en-IN" sz="2800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12A644-3CE4-FCDE-5283-8B05FDA75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44843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"/>
          <p:cNvSpPr txBox="1">
            <a:spLocks noGrp="1"/>
          </p:cNvSpPr>
          <p:nvPr>
            <p:ph type="title"/>
          </p:nvPr>
        </p:nvSpPr>
        <p:spPr>
          <a:xfrm>
            <a:off x="284390" y="305357"/>
            <a:ext cx="5790148" cy="81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solidFill>
                  <a:schemeClr val="bg1"/>
                </a:solidFill>
              </a:rPr>
              <a:t>System Requirements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221" name="Google Shape;221;p2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b="1"/>
              <a:t>9</a:t>
            </a:fld>
            <a:endParaRPr b="1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799AB46-09D5-6430-BDB4-483008AD6B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483523"/>
              </p:ext>
            </p:extLst>
          </p:nvPr>
        </p:nvGraphicFramePr>
        <p:xfrm>
          <a:off x="367517" y="1308875"/>
          <a:ext cx="4822001" cy="2892236"/>
        </p:xfrm>
        <a:graphic>
          <a:graphicData uri="http://schemas.openxmlformats.org/drawingml/2006/table">
            <a:tbl>
              <a:tblPr firstRow="1" firstCol="1" bandRow="1">
                <a:tableStyleId>{083DE01E-45EE-4B1A-B4AA-23BBC71A313A}</a:tableStyleId>
              </a:tblPr>
              <a:tblGrid>
                <a:gridCol w="1686535">
                  <a:extLst>
                    <a:ext uri="{9D8B030D-6E8A-4147-A177-3AD203B41FA5}">
                      <a16:colId xmlns:a16="http://schemas.microsoft.com/office/drawing/2014/main" val="64642175"/>
                    </a:ext>
                  </a:extLst>
                </a:gridCol>
                <a:gridCol w="1686535">
                  <a:extLst>
                    <a:ext uri="{9D8B030D-6E8A-4147-A177-3AD203B41FA5}">
                      <a16:colId xmlns:a16="http://schemas.microsoft.com/office/drawing/2014/main" val="176636157"/>
                    </a:ext>
                  </a:extLst>
                </a:gridCol>
                <a:gridCol w="1448931">
                  <a:extLst>
                    <a:ext uri="{9D8B030D-6E8A-4147-A177-3AD203B41FA5}">
                      <a16:colId xmlns:a16="http://schemas.microsoft.com/office/drawing/2014/main" val="2172303950"/>
                    </a:ext>
                  </a:extLst>
                </a:gridCol>
              </a:tblGrid>
              <a:tr h="62927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b="1" dirty="0">
                          <a:effectLst/>
                          <a:latin typeface="IBM Plex Sans Light" panose="020B0403050203000203" pitchFamily="34" charset="0"/>
                        </a:rPr>
                        <a:t>Hardware /Software</a:t>
                      </a:r>
                      <a:endParaRPr lang="en-IN" sz="1600" b="1" dirty="0">
                        <a:effectLst/>
                        <a:latin typeface="IBM Plex Sans Light" panose="020B0403050203000203" pitchFamily="34" charset="0"/>
                        <a:ea typeface="Calibri" panose="020F0502020204030204" pitchFamily="34" charset="0"/>
                        <a:cs typeface="Gautam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0"/>
                        </a:lnSpc>
                        <a:spcAft>
                          <a:spcPts val="800"/>
                        </a:spcAft>
                      </a:pPr>
                      <a:endParaRPr lang="en-IN" sz="1600" b="1" dirty="0">
                        <a:effectLst/>
                        <a:latin typeface="IBM Plex Sans Light" panose="020B0403050203000203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dirty="0">
                          <a:effectLst/>
                          <a:latin typeface="IBM Plex Sans Light" panose="020B0403050203000203" pitchFamily="34" charset="0"/>
                        </a:rPr>
                        <a:t>Hardware /Software Elements</a:t>
                      </a:r>
                      <a:endParaRPr lang="en-IN" sz="1600" b="1" dirty="0">
                        <a:effectLst/>
                        <a:latin typeface="IBM Plex Sans Light" panose="020B0403050203000203" pitchFamily="34" charset="0"/>
                        <a:ea typeface="Calibri" panose="020F0502020204030204" pitchFamily="34" charset="0"/>
                        <a:cs typeface="Gautam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dirty="0">
                          <a:effectLst/>
                          <a:latin typeface="IBM Plex Sans Light" panose="020B0403050203000203" pitchFamily="34" charset="0"/>
                        </a:rPr>
                        <a:t>Specification/Version</a:t>
                      </a:r>
                      <a:endParaRPr lang="en-IN" sz="1600" b="1" dirty="0">
                        <a:effectLst/>
                        <a:latin typeface="IBM Plex Sans Light" panose="020B0403050203000203" pitchFamily="34" charset="0"/>
                        <a:ea typeface="Calibri" panose="020F0502020204030204" pitchFamily="34" charset="0"/>
                        <a:cs typeface="Gautam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3025938"/>
                  </a:ext>
                </a:extLst>
              </a:tr>
              <a:tr h="241958">
                <a:tc row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>
                          <a:effectLst/>
                          <a:latin typeface="IBM Plex Sans Light" panose="020B0403050203000203" pitchFamily="34" charset="0"/>
                        </a:rPr>
                        <a:t> </a:t>
                      </a:r>
                      <a:endParaRPr lang="en-IN" sz="1600" b="1">
                        <a:effectLst/>
                        <a:latin typeface="IBM Plex Sans Light" panose="020B0403050203000203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>
                          <a:effectLst/>
                          <a:latin typeface="IBM Plex Sans Light" panose="020B0403050203000203" pitchFamily="34" charset="0"/>
                        </a:rPr>
                        <a:t>Hardware</a:t>
                      </a:r>
                      <a:endParaRPr lang="en-IN" sz="1600" b="1">
                        <a:effectLst/>
                        <a:latin typeface="IBM Plex Sans Light" panose="020B0403050203000203" pitchFamily="34" charset="0"/>
                        <a:ea typeface="Calibri" panose="020F0502020204030204" pitchFamily="34" charset="0"/>
                        <a:cs typeface="Gautam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b="1" dirty="0">
                          <a:effectLst/>
                          <a:latin typeface="IBM Plex Sans Light" panose="020B0403050203000203" pitchFamily="34" charset="0"/>
                        </a:rPr>
                        <a:t>Processor</a:t>
                      </a:r>
                      <a:endParaRPr lang="en-IN" sz="1600" b="1" dirty="0">
                        <a:effectLst/>
                        <a:latin typeface="IBM Plex Sans Light" panose="020B0403050203000203" pitchFamily="34" charset="0"/>
                        <a:ea typeface="Calibri" panose="020F0502020204030204" pitchFamily="34" charset="0"/>
                        <a:cs typeface="Gautam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b="1">
                          <a:effectLst/>
                          <a:latin typeface="IBM Plex Sans Light" panose="020B0403050203000203" pitchFamily="34" charset="0"/>
                        </a:rPr>
                        <a:t>Intel i3/i5/i7 or AMD</a:t>
                      </a:r>
                      <a:endParaRPr lang="en-IN" sz="1600" b="1">
                        <a:effectLst/>
                        <a:latin typeface="IBM Plex Sans Light" panose="020B0403050203000203" pitchFamily="34" charset="0"/>
                        <a:ea typeface="Calibri" panose="020F0502020204030204" pitchFamily="34" charset="0"/>
                        <a:cs typeface="Gautam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19240262"/>
                  </a:ext>
                </a:extLst>
              </a:tr>
              <a:tr h="24195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b="1">
                          <a:effectLst/>
                          <a:latin typeface="IBM Plex Sans Light" panose="020B0403050203000203" pitchFamily="34" charset="0"/>
                        </a:rPr>
                        <a:t>RAM</a:t>
                      </a:r>
                      <a:endParaRPr lang="en-IN" sz="1600" b="1">
                        <a:effectLst/>
                        <a:latin typeface="IBM Plex Sans Light" panose="020B0403050203000203" pitchFamily="34" charset="0"/>
                        <a:ea typeface="Calibri" panose="020F0502020204030204" pitchFamily="34" charset="0"/>
                        <a:cs typeface="Gautam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>
                          <a:effectLst/>
                          <a:latin typeface="IBM Plex Sans Light" panose="020B0403050203000203" pitchFamily="34" charset="0"/>
                        </a:rPr>
                        <a:t> </a:t>
                      </a:r>
                      <a:r>
                        <a:rPr lang="en-IN" sz="1600" b="1">
                          <a:effectLst/>
                          <a:latin typeface="IBM Plex Sans Light" panose="020B0403050203000203" pitchFamily="34" charset="0"/>
                        </a:rPr>
                        <a:t>Min 4GB</a:t>
                      </a:r>
                      <a:endParaRPr lang="en-IN" sz="1600" b="1">
                        <a:effectLst/>
                        <a:latin typeface="IBM Plex Sans Light" panose="020B0403050203000203" pitchFamily="34" charset="0"/>
                        <a:ea typeface="Calibri" panose="020F0502020204030204" pitchFamily="34" charset="0"/>
                        <a:cs typeface="Gautam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18540701"/>
                  </a:ext>
                </a:extLst>
              </a:tr>
              <a:tr h="24195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b="1" dirty="0">
                          <a:effectLst/>
                          <a:latin typeface="IBM Plex Sans Light" panose="020B0403050203000203" pitchFamily="34" charset="0"/>
                        </a:rPr>
                        <a:t>HDD/SSD</a:t>
                      </a:r>
                      <a:endParaRPr lang="en-IN" sz="1600" b="1" dirty="0">
                        <a:effectLst/>
                        <a:latin typeface="IBM Plex Sans Light" panose="020B0403050203000203" pitchFamily="34" charset="0"/>
                        <a:ea typeface="Calibri" panose="020F0502020204030204" pitchFamily="34" charset="0"/>
                        <a:cs typeface="Gautam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b="1">
                          <a:effectLst/>
                          <a:latin typeface="IBM Plex Sans Light" panose="020B0403050203000203" pitchFamily="34" charset="0"/>
                        </a:rPr>
                        <a:t>Min 250 GB</a:t>
                      </a:r>
                      <a:endParaRPr lang="en-IN" sz="1600" b="1">
                        <a:effectLst/>
                        <a:latin typeface="IBM Plex Sans Light" panose="020B0403050203000203" pitchFamily="34" charset="0"/>
                        <a:ea typeface="Calibri" panose="020F0502020204030204" pitchFamily="34" charset="0"/>
                        <a:cs typeface="Gautam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56916423"/>
                  </a:ext>
                </a:extLst>
              </a:tr>
              <a:tr h="49534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>
                          <a:effectLst/>
                          <a:latin typeface="IBM Plex Sans Light" panose="020B0403050203000203" pitchFamily="34" charset="0"/>
                        </a:rPr>
                        <a:t>Software</a:t>
                      </a:r>
                      <a:endParaRPr lang="en-IN" sz="1600" b="1">
                        <a:effectLst/>
                        <a:latin typeface="IBM Plex Sans Light" panose="020B0403050203000203" pitchFamily="34" charset="0"/>
                        <a:ea typeface="Calibri" panose="020F0502020204030204" pitchFamily="34" charset="0"/>
                        <a:cs typeface="Gautam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>
                          <a:effectLst/>
                          <a:latin typeface="IBM Plex Sans Light" panose="020B0403050203000203" pitchFamily="34" charset="0"/>
                        </a:rPr>
                        <a:t>OS</a:t>
                      </a:r>
                      <a:endParaRPr lang="en-IN" sz="1600" b="1">
                        <a:effectLst/>
                        <a:latin typeface="IBM Plex Sans Light" panose="020B0403050203000203" pitchFamily="34" charset="0"/>
                        <a:ea typeface="Calibri" panose="020F0502020204030204" pitchFamily="34" charset="0"/>
                        <a:cs typeface="Gautam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b="1">
                          <a:effectLst/>
                          <a:latin typeface="IBM Plex Sans Light" panose="020B0403050203000203" pitchFamily="34" charset="0"/>
                        </a:rPr>
                        <a:t>Windows/ Linux/ Mac OS</a:t>
                      </a:r>
                      <a:endParaRPr lang="en-IN" sz="1600" b="1">
                        <a:effectLst/>
                        <a:latin typeface="IBM Plex Sans Light" panose="020B0403050203000203" pitchFamily="34" charset="0"/>
                        <a:ea typeface="Calibri" panose="020F0502020204030204" pitchFamily="34" charset="0"/>
                        <a:cs typeface="Gautam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77744373"/>
                  </a:ext>
                </a:extLst>
              </a:tr>
              <a:tr h="24195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>
                          <a:effectLst/>
                          <a:latin typeface="IBM Plex Sans Light" panose="020B0403050203000203" pitchFamily="34" charset="0"/>
                        </a:rPr>
                        <a:t>Connectivity</a:t>
                      </a:r>
                      <a:endParaRPr lang="en-IN" sz="1600" b="1">
                        <a:effectLst/>
                        <a:latin typeface="IBM Plex Sans Light" panose="020B0403050203000203" pitchFamily="34" charset="0"/>
                        <a:ea typeface="Calibri" panose="020F0502020204030204" pitchFamily="34" charset="0"/>
                        <a:cs typeface="Gautam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dirty="0">
                          <a:effectLst/>
                          <a:latin typeface="IBM Plex Sans Light" panose="020B0403050203000203" pitchFamily="34" charset="0"/>
                        </a:rPr>
                        <a:t>Wi-Fi</a:t>
                      </a:r>
                      <a:endParaRPr lang="en-IN" sz="1600" b="1" dirty="0">
                        <a:effectLst/>
                        <a:latin typeface="IBM Plex Sans Light" panose="020B0403050203000203" pitchFamily="34" charset="0"/>
                        <a:ea typeface="Calibri" panose="020F0502020204030204" pitchFamily="34" charset="0"/>
                        <a:cs typeface="Gautam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dirty="0">
                          <a:effectLst/>
                          <a:latin typeface="IBM Plex Sans Light" panose="020B0403050203000203" pitchFamily="34" charset="0"/>
                        </a:rPr>
                        <a:t>Atleast 1 MBPS</a:t>
                      </a:r>
                      <a:endParaRPr lang="en-IN" sz="1600" b="1" dirty="0">
                        <a:effectLst/>
                        <a:latin typeface="IBM Plex Sans Light" panose="020B0403050203000203" pitchFamily="34" charset="0"/>
                        <a:ea typeface="Calibri" panose="020F0502020204030204" pitchFamily="34" charset="0"/>
                        <a:cs typeface="Gautam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35152928"/>
                  </a:ext>
                </a:extLst>
              </a:tr>
            </a:tbl>
          </a:graphicData>
        </a:graphic>
      </p:graphicFrame>
      <p:pic>
        <p:nvPicPr>
          <p:cNvPr id="3" name="Picture 2" descr="A computer chip with blue lights">
            <a:extLst>
              <a:ext uri="{FF2B5EF4-FFF2-40B4-BE49-F238E27FC236}">
                <a16:creationId xmlns:a16="http://schemas.microsoft.com/office/drawing/2014/main" id="{48709874-7F4F-8EFF-C596-168D047FA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1397" y="495875"/>
            <a:ext cx="3468213" cy="40376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object 2">
            <a:extLst>
              <a:ext uri="{FF2B5EF4-FFF2-40B4-BE49-F238E27FC236}">
                <a16:creationId xmlns:a16="http://schemas.microsoft.com/office/drawing/2014/main" id="{02B7482C-1B03-E136-2B8F-FCFB1D5F78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856" y="1774382"/>
            <a:ext cx="4202230" cy="2973586"/>
          </a:xfrm>
          <a:prstGeom prst="rect">
            <a:avLst/>
          </a:prstGeom>
          <a:noFill/>
          <a:ln>
            <a:noFill/>
          </a:ln>
          <a:effectLst>
            <a:softEdge rad="2032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79" name="object 3">
            <a:extLst>
              <a:ext uri="{FF2B5EF4-FFF2-40B4-BE49-F238E27FC236}">
                <a16:creationId xmlns:a16="http://schemas.microsoft.com/office/drawing/2014/main" id="{88351F1E-7E16-B953-6242-9D28E187C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5014" y="3821906"/>
            <a:ext cx="229493" cy="1293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0" name="object 4">
            <a:extLst>
              <a:ext uri="{FF2B5EF4-FFF2-40B4-BE49-F238E27FC236}">
                <a16:creationId xmlns:a16="http://schemas.microsoft.com/office/drawing/2014/main" id="{C13A46DF-6075-A2FD-C534-FD4EB78A7FB6}"/>
              </a:ext>
            </a:extLst>
          </p:cNvPr>
          <p:cNvSpPr>
            <a:spLocks/>
          </p:cNvSpPr>
          <p:nvPr/>
        </p:nvSpPr>
        <p:spPr bwMode="auto">
          <a:xfrm>
            <a:off x="8627864" y="4037112"/>
            <a:ext cx="0" cy="1077813"/>
          </a:xfrm>
          <a:custGeom>
            <a:avLst/>
            <a:gdLst>
              <a:gd name="T0" fmla="*/ 1915584 h 1915795"/>
              <a:gd name="T1" fmla="*/ 0 h 1915795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1915795">
                <a:moveTo>
                  <a:pt x="0" y="1915584"/>
                </a:moveTo>
                <a:lnTo>
                  <a:pt x="0" y="0"/>
                </a:lnTo>
              </a:path>
            </a:pathLst>
          </a:custGeom>
          <a:noFill/>
          <a:ln w="38219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sz="1013">
              <a:solidFill>
                <a:schemeClr val="bg1"/>
              </a:solidFill>
            </a:endParaRPr>
          </a:p>
        </p:txBody>
      </p:sp>
      <p:sp>
        <p:nvSpPr>
          <p:cNvPr id="24581" name="object 5">
            <a:extLst>
              <a:ext uri="{FF2B5EF4-FFF2-40B4-BE49-F238E27FC236}">
                <a16:creationId xmlns:a16="http://schemas.microsoft.com/office/drawing/2014/main" id="{82E65896-49B2-67CB-FE11-CDF87B232E3C}"/>
              </a:ext>
            </a:extLst>
          </p:cNvPr>
          <p:cNvSpPr>
            <a:spLocks/>
          </p:cNvSpPr>
          <p:nvPr/>
        </p:nvSpPr>
        <p:spPr bwMode="auto">
          <a:xfrm>
            <a:off x="5478065" y="1004057"/>
            <a:ext cx="845641" cy="0"/>
          </a:xfrm>
          <a:custGeom>
            <a:avLst/>
            <a:gdLst>
              <a:gd name="T0" fmla="*/ 0 w 1503679"/>
              <a:gd name="T1" fmla="*/ 1503283 w 1503679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1503679">
                <a:moveTo>
                  <a:pt x="0" y="0"/>
                </a:moveTo>
                <a:lnTo>
                  <a:pt x="1503283" y="0"/>
                </a:lnTo>
              </a:path>
            </a:pathLst>
          </a:custGeom>
          <a:noFill/>
          <a:ln w="1277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sz="1013">
              <a:solidFill>
                <a:schemeClr val="bg1"/>
              </a:solidFill>
            </a:endParaRPr>
          </a:p>
        </p:txBody>
      </p:sp>
      <p:sp>
        <p:nvSpPr>
          <p:cNvPr id="24582" name="object 6">
            <a:extLst>
              <a:ext uri="{FF2B5EF4-FFF2-40B4-BE49-F238E27FC236}">
                <a16:creationId xmlns:a16="http://schemas.microsoft.com/office/drawing/2014/main" id="{C31BE04A-25EA-393E-D359-67711DD62D7F}"/>
              </a:ext>
            </a:extLst>
          </p:cNvPr>
          <p:cNvSpPr>
            <a:spLocks/>
          </p:cNvSpPr>
          <p:nvPr/>
        </p:nvSpPr>
        <p:spPr bwMode="auto">
          <a:xfrm>
            <a:off x="3311128" y="1027807"/>
            <a:ext cx="845642" cy="0"/>
          </a:xfrm>
          <a:custGeom>
            <a:avLst/>
            <a:gdLst>
              <a:gd name="T0" fmla="*/ 0 w 1503679"/>
              <a:gd name="T1" fmla="*/ 1503283 w 1503679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1503679">
                <a:moveTo>
                  <a:pt x="0" y="0"/>
                </a:moveTo>
                <a:lnTo>
                  <a:pt x="1503283" y="0"/>
                </a:lnTo>
              </a:path>
            </a:pathLst>
          </a:custGeom>
          <a:noFill/>
          <a:ln w="1277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sz="1013">
              <a:solidFill>
                <a:schemeClr val="bg1"/>
              </a:solidFill>
            </a:endParaRPr>
          </a:p>
        </p:txBody>
      </p:sp>
      <p:sp>
        <p:nvSpPr>
          <p:cNvPr id="24583" name="object 7">
            <a:extLst>
              <a:ext uri="{FF2B5EF4-FFF2-40B4-BE49-F238E27FC236}">
                <a16:creationId xmlns:a16="http://schemas.microsoft.com/office/drawing/2014/main" id="{9C105E44-386E-0786-B73F-CBB9D9C3764D}"/>
              </a:ext>
            </a:extLst>
          </p:cNvPr>
          <p:cNvSpPr>
            <a:spLocks/>
          </p:cNvSpPr>
          <p:nvPr/>
        </p:nvSpPr>
        <p:spPr bwMode="auto">
          <a:xfrm>
            <a:off x="573286" y="1027807"/>
            <a:ext cx="845642" cy="0"/>
          </a:xfrm>
          <a:custGeom>
            <a:avLst/>
            <a:gdLst>
              <a:gd name="T0" fmla="*/ 0 w 1503680"/>
              <a:gd name="T1" fmla="*/ 1503283 w 1503680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1503680">
                <a:moveTo>
                  <a:pt x="0" y="0"/>
                </a:moveTo>
                <a:lnTo>
                  <a:pt x="1503283" y="0"/>
                </a:lnTo>
              </a:path>
            </a:pathLst>
          </a:custGeom>
          <a:noFill/>
          <a:ln w="1277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sz="1013">
              <a:solidFill>
                <a:schemeClr val="bg1"/>
              </a:solidFill>
            </a:endParaRPr>
          </a:p>
        </p:txBody>
      </p:sp>
      <p:sp>
        <p:nvSpPr>
          <p:cNvPr id="24584" name="object 8">
            <a:extLst>
              <a:ext uri="{FF2B5EF4-FFF2-40B4-BE49-F238E27FC236}">
                <a16:creationId xmlns:a16="http://schemas.microsoft.com/office/drawing/2014/main" id="{A7F574E1-07D7-257A-7593-D9786B88DF26}"/>
              </a:ext>
            </a:extLst>
          </p:cNvPr>
          <p:cNvSpPr>
            <a:spLocks/>
          </p:cNvSpPr>
          <p:nvPr/>
        </p:nvSpPr>
        <p:spPr bwMode="auto">
          <a:xfrm>
            <a:off x="4278308" y="2029617"/>
            <a:ext cx="845641" cy="0"/>
          </a:xfrm>
          <a:custGeom>
            <a:avLst/>
            <a:gdLst>
              <a:gd name="T0" fmla="*/ 0 w 1503679"/>
              <a:gd name="T1" fmla="*/ 1503283 w 1503679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1503679">
                <a:moveTo>
                  <a:pt x="0" y="0"/>
                </a:moveTo>
                <a:lnTo>
                  <a:pt x="1503283" y="0"/>
                </a:lnTo>
              </a:path>
            </a:pathLst>
          </a:custGeom>
          <a:noFill/>
          <a:ln w="1277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sz="1013">
              <a:solidFill>
                <a:schemeClr val="bg1"/>
              </a:solidFill>
            </a:endParaRPr>
          </a:p>
        </p:txBody>
      </p:sp>
      <p:sp>
        <p:nvSpPr>
          <p:cNvPr id="24585" name="object 9">
            <a:extLst>
              <a:ext uri="{FF2B5EF4-FFF2-40B4-BE49-F238E27FC236}">
                <a16:creationId xmlns:a16="http://schemas.microsoft.com/office/drawing/2014/main" id="{2E9E3495-F354-8944-461F-9AD54CBE8810}"/>
              </a:ext>
            </a:extLst>
          </p:cNvPr>
          <p:cNvSpPr>
            <a:spLocks/>
          </p:cNvSpPr>
          <p:nvPr/>
        </p:nvSpPr>
        <p:spPr bwMode="auto">
          <a:xfrm>
            <a:off x="4334386" y="2675930"/>
            <a:ext cx="801759" cy="148884"/>
          </a:xfrm>
          <a:custGeom>
            <a:avLst/>
            <a:gdLst>
              <a:gd name="T0" fmla="*/ 0 w 1503679"/>
              <a:gd name="T1" fmla="*/ 1503283 w 1503679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1503679">
                <a:moveTo>
                  <a:pt x="0" y="0"/>
                </a:moveTo>
                <a:lnTo>
                  <a:pt x="1503283" y="0"/>
                </a:lnTo>
              </a:path>
            </a:pathLst>
          </a:custGeom>
          <a:noFill/>
          <a:ln w="1277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sz="1013">
              <a:solidFill>
                <a:schemeClr val="bg1"/>
              </a:solidFill>
            </a:endParaRPr>
          </a:p>
        </p:txBody>
      </p:sp>
      <p:sp>
        <p:nvSpPr>
          <p:cNvPr id="24586" name="object 10">
            <a:extLst>
              <a:ext uri="{FF2B5EF4-FFF2-40B4-BE49-F238E27FC236}">
                <a16:creationId xmlns:a16="http://schemas.microsoft.com/office/drawing/2014/main" id="{655261F0-189E-8A98-F7EF-0D90D2F8AD13}"/>
              </a:ext>
            </a:extLst>
          </p:cNvPr>
          <p:cNvSpPr>
            <a:spLocks/>
          </p:cNvSpPr>
          <p:nvPr/>
        </p:nvSpPr>
        <p:spPr bwMode="auto">
          <a:xfrm>
            <a:off x="4346261" y="3457984"/>
            <a:ext cx="845641" cy="0"/>
          </a:xfrm>
          <a:custGeom>
            <a:avLst/>
            <a:gdLst>
              <a:gd name="T0" fmla="*/ 0 w 1503679"/>
              <a:gd name="T1" fmla="*/ 1503283 w 1503679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1503679">
                <a:moveTo>
                  <a:pt x="0" y="0"/>
                </a:moveTo>
                <a:lnTo>
                  <a:pt x="1503283" y="0"/>
                </a:lnTo>
              </a:path>
            </a:pathLst>
          </a:custGeom>
          <a:noFill/>
          <a:ln w="1277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sz="1013">
              <a:solidFill>
                <a:schemeClr val="bg1"/>
              </a:solidFill>
            </a:endParaRPr>
          </a:p>
        </p:txBody>
      </p:sp>
      <p:sp>
        <p:nvSpPr>
          <p:cNvPr id="24587" name="object 11">
            <a:extLst>
              <a:ext uri="{FF2B5EF4-FFF2-40B4-BE49-F238E27FC236}">
                <a16:creationId xmlns:a16="http://schemas.microsoft.com/office/drawing/2014/main" id="{6EE0B92B-BBA2-D9E7-4ACD-BEC3527BC45F}"/>
              </a:ext>
            </a:extLst>
          </p:cNvPr>
          <p:cNvSpPr>
            <a:spLocks/>
          </p:cNvSpPr>
          <p:nvPr/>
        </p:nvSpPr>
        <p:spPr bwMode="auto">
          <a:xfrm>
            <a:off x="4325808" y="4159570"/>
            <a:ext cx="845641" cy="0"/>
          </a:xfrm>
          <a:custGeom>
            <a:avLst/>
            <a:gdLst>
              <a:gd name="T0" fmla="*/ 0 w 1503679"/>
              <a:gd name="T1" fmla="*/ 1503283 w 1503679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1503679">
                <a:moveTo>
                  <a:pt x="0" y="0"/>
                </a:moveTo>
                <a:lnTo>
                  <a:pt x="1503283" y="0"/>
                </a:lnTo>
              </a:path>
            </a:pathLst>
          </a:custGeom>
          <a:noFill/>
          <a:ln w="1277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sz="1013">
              <a:solidFill>
                <a:schemeClr val="bg1"/>
              </a:solidFill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BD2065ED-D266-EBD7-FC4B-B704A3E953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0198" y="159648"/>
            <a:ext cx="6447501" cy="466324"/>
          </a:xfrm>
        </p:spPr>
        <p:txBody>
          <a:bodyPr vert="horz" lIns="91440" tIns="33714" rIns="91440" bIns="45720" rtlCol="0" anchor="t">
            <a:normAutofit/>
          </a:bodyPr>
          <a:lstStyle/>
          <a:p>
            <a:pPr marL="7144">
              <a:spcBef>
                <a:spcPts val="68"/>
              </a:spcBef>
              <a:defRPr/>
            </a:pPr>
            <a:r>
              <a:rPr sz="2306" spc="-174" dirty="0">
                <a:solidFill>
                  <a:schemeClr val="bg1"/>
                </a:solidFill>
              </a:rPr>
              <a:t>Skill</a:t>
            </a:r>
            <a:r>
              <a:rPr sz="2306" spc="53" dirty="0">
                <a:solidFill>
                  <a:schemeClr val="bg1"/>
                </a:solidFill>
              </a:rPr>
              <a:t> </a:t>
            </a:r>
            <a:r>
              <a:rPr sz="2306" spc="115" dirty="0">
                <a:solidFill>
                  <a:schemeClr val="bg1"/>
                </a:solidFill>
              </a:rPr>
              <a:t>Development</a:t>
            </a:r>
            <a:r>
              <a:rPr sz="2306" spc="180" dirty="0">
                <a:solidFill>
                  <a:schemeClr val="bg1"/>
                </a:solidFill>
              </a:rPr>
              <a:t> </a:t>
            </a:r>
            <a:r>
              <a:rPr sz="2306" dirty="0">
                <a:solidFill>
                  <a:schemeClr val="bg1"/>
                </a:solidFill>
              </a:rPr>
              <a:t>in</a:t>
            </a:r>
            <a:r>
              <a:rPr sz="2306" spc="132" dirty="0">
                <a:solidFill>
                  <a:schemeClr val="bg1"/>
                </a:solidFill>
              </a:rPr>
              <a:t> </a:t>
            </a:r>
            <a:r>
              <a:rPr sz="2306" spc="160" dirty="0">
                <a:solidFill>
                  <a:schemeClr val="bg1"/>
                </a:solidFill>
              </a:rPr>
              <a:t>Web</a:t>
            </a:r>
            <a:r>
              <a:rPr sz="2306" spc="37" dirty="0">
                <a:solidFill>
                  <a:schemeClr val="bg1"/>
                </a:solidFill>
              </a:rPr>
              <a:t> </a:t>
            </a:r>
            <a:r>
              <a:rPr sz="2306" spc="-6" dirty="0">
                <a:solidFill>
                  <a:schemeClr val="bg1"/>
                </a:solidFill>
              </a:rPr>
              <a:t>Technologies</a:t>
            </a:r>
            <a:endParaRPr sz="2306" dirty="0">
              <a:solidFill>
                <a:schemeClr val="bg1"/>
              </a:solidFill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AD986123-70D5-3825-FFA7-B62D565147D7}"/>
              </a:ext>
            </a:extLst>
          </p:cNvPr>
          <p:cNvSpPr txBox="1"/>
          <p:nvPr/>
        </p:nvSpPr>
        <p:spPr>
          <a:xfrm>
            <a:off x="573286" y="781086"/>
            <a:ext cx="6864379" cy="207092"/>
          </a:xfrm>
          <a:prstGeom prst="rect">
            <a:avLst/>
          </a:prstGeom>
        </p:spPr>
        <p:txBody>
          <a:bodyPr wrap="square" lIns="0" tIns="7858" rIns="0" bIns="0">
            <a:spAutoFit/>
          </a:bodyPr>
          <a:lstStyle/>
          <a:p>
            <a:pPr marL="7144">
              <a:spcBef>
                <a:spcPts val="62"/>
              </a:spcBef>
              <a:tabLst>
                <a:tab pos="2737842" algn="l"/>
                <a:tab pos="5470327" algn="l"/>
              </a:tabLst>
              <a:defRPr/>
            </a:pPr>
            <a:r>
              <a:rPr sz="1294" b="1" kern="0" dirty="0">
                <a:solidFill>
                  <a:schemeClr val="bg1"/>
                </a:solidFill>
                <a:latin typeface="Arial"/>
                <a:cs typeface="Arial"/>
              </a:rPr>
              <a:t>Web</a:t>
            </a:r>
            <a:r>
              <a:rPr sz="1294" b="1" kern="0" spc="-93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94" b="1" kern="0" spc="-6" dirty="0">
                <a:solidFill>
                  <a:schemeClr val="bg1"/>
                </a:solidFill>
                <a:latin typeface="Arial"/>
                <a:cs typeface="Arial"/>
              </a:rPr>
              <a:t>Development</a:t>
            </a:r>
            <a:r>
              <a:rPr sz="1294" b="1" kern="0" dirty="0">
                <a:solidFill>
                  <a:schemeClr val="bg1"/>
                </a:solidFill>
                <a:latin typeface="Arial"/>
                <a:cs typeface="Arial"/>
              </a:rPr>
              <a:t>	</a:t>
            </a:r>
            <a:r>
              <a:rPr sz="1294" b="1" kern="0" spc="-93" dirty="0">
                <a:solidFill>
                  <a:schemeClr val="bg1"/>
                </a:solidFill>
                <a:latin typeface="Arial"/>
                <a:cs typeface="Arial"/>
              </a:rPr>
              <a:t>API</a:t>
            </a:r>
            <a:r>
              <a:rPr sz="1294" b="1" kern="0" spc="-84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94" b="1" kern="0" spc="-6" dirty="0">
                <a:solidFill>
                  <a:schemeClr val="bg1"/>
                </a:solidFill>
                <a:latin typeface="Arial"/>
                <a:cs typeface="Arial"/>
              </a:rPr>
              <a:t>Integration</a:t>
            </a:r>
            <a:r>
              <a:rPr lang="en-US" sz="1294" b="1" kern="0" spc="-6" dirty="0">
                <a:solidFill>
                  <a:schemeClr val="bg1"/>
                </a:solidFill>
                <a:latin typeface="Arial"/>
                <a:cs typeface="Arial"/>
              </a:rPr>
              <a:t>                       </a:t>
            </a:r>
            <a:r>
              <a:rPr sz="1294" b="1" kern="0" spc="39" dirty="0">
                <a:solidFill>
                  <a:schemeClr val="bg1"/>
                </a:solidFill>
                <a:latin typeface="Arial"/>
                <a:cs typeface="Arial"/>
              </a:rPr>
              <a:t>Data</a:t>
            </a:r>
            <a:r>
              <a:rPr sz="1294" b="1" kern="0" spc="-31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94" b="1" kern="0" spc="-73" dirty="0">
                <a:solidFill>
                  <a:schemeClr val="bg1"/>
                </a:solidFill>
                <a:latin typeface="Arial"/>
                <a:cs typeface="Arial"/>
              </a:rPr>
              <a:t>Visualization</a:t>
            </a:r>
            <a:endParaRPr sz="1294" kern="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F19A33C8-959F-8BF9-74C5-89ADEEB5624B}"/>
              </a:ext>
            </a:extLst>
          </p:cNvPr>
          <p:cNvSpPr txBox="1"/>
          <p:nvPr/>
        </p:nvSpPr>
        <p:spPr>
          <a:xfrm>
            <a:off x="592039" y="1127820"/>
            <a:ext cx="2372618" cy="302327"/>
          </a:xfrm>
          <a:prstGeom prst="rect">
            <a:avLst/>
          </a:prstGeom>
        </p:spPr>
        <p:txBody>
          <a:bodyPr lIns="0" tIns="20003" rIns="0" bIns="0">
            <a:spAutoFit/>
          </a:bodyPr>
          <a:lstStyle>
            <a:lvl1pPr marL="25400" indent="-12700">
              <a:tabLst>
                <a:tab pos="3181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3181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3181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3181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3181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181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181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181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181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ts val="1076"/>
              </a:lnSpc>
              <a:spcBef>
                <a:spcPts val="155"/>
              </a:spcBef>
            </a:pPr>
            <a:r>
              <a:rPr lang="en-US" altLang="en-US" sz="956" dirty="0">
                <a:solidFill>
                  <a:schemeClr val="bg1"/>
                </a:solidFill>
                <a:cs typeface="Arial" panose="020B0604020202020204" pitchFamily="34" charset="0"/>
              </a:rPr>
              <a:t>Enhance skills in HTML, CSS, and JavaScript through hands-on projects,</a:t>
            </a: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43E5FAA6-C4A8-F15A-84D0-32A614B7C75A}"/>
              </a:ext>
            </a:extLst>
          </p:cNvPr>
          <p:cNvSpPr txBox="1"/>
          <p:nvPr/>
        </p:nvSpPr>
        <p:spPr>
          <a:xfrm>
            <a:off x="2839421" y="1127820"/>
            <a:ext cx="2308324" cy="302327"/>
          </a:xfrm>
          <a:prstGeom prst="rect">
            <a:avLst/>
          </a:prstGeom>
        </p:spPr>
        <p:txBody>
          <a:bodyPr lIns="0" tIns="20003" rIns="0" bIns="0">
            <a:spAutoFit/>
          </a:bodyPr>
          <a:lstStyle>
            <a:lvl1pPr marL="12700" indent="63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ts val="1076"/>
              </a:lnSpc>
              <a:spcBef>
                <a:spcPts val="155"/>
              </a:spcBef>
            </a:pPr>
            <a:r>
              <a:rPr lang="en-US" altLang="en-US" sz="956" dirty="0">
                <a:solidFill>
                  <a:schemeClr val="bg1"/>
                </a:solidFill>
                <a:cs typeface="Arial" panose="020B0604020202020204" pitchFamily="34" charset="0"/>
              </a:rPr>
              <a:t>Learn to effectively connect and utilize </a:t>
            </a:r>
            <a:r>
              <a:rPr lang="en-US" altLang="en-US" sz="956" dirty="0" err="1">
                <a:solidFill>
                  <a:schemeClr val="bg1"/>
                </a:solidFill>
                <a:cs typeface="Arial" panose="020B0604020202020204" pitchFamily="34" charset="0"/>
              </a:rPr>
              <a:t>OpenWeotherMop</a:t>
            </a:r>
            <a:r>
              <a:rPr lang="en-US" altLang="en-US" sz="956" dirty="0">
                <a:solidFill>
                  <a:schemeClr val="bg1"/>
                </a:solidFill>
                <a:cs typeface="Arial" panose="020B0604020202020204" pitchFamily="34" charset="0"/>
              </a:rPr>
              <a:t> API for data fetching.</a:t>
            </a: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91E50AFB-AE30-2768-7BD2-DA66E759C66F}"/>
              </a:ext>
            </a:extLst>
          </p:cNvPr>
          <p:cNvSpPr txBox="1"/>
          <p:nvPr/>
        </p:nvSpPr>
        <p:spPr>
          <a:xfrm>
            <a:off x="5227527" y="1127820"/>
            <a:ext cx="2803029" cy="302327"/>
          </a:xfrm>
          <a:prstGeom prst="rect">
            <a:avLst/>
          </a:prstGeom>
        </p:spPr>
        <p:txBody>
          <a:bodyPr lIns="0" tIns="20003" rIns="0" bIns="0">
            <a:spAutoFit/>
          </a:bodyPr>
          <a:lstStyle>
            <a:lvl1pPr marL="25400" indent="-127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ts val="1076"/>
              </a:lnSpc>
              <a:spcBef>
                <a:spcPts val="155"/>
              </a:spcBef>
            </a:pPr>
            <a:r>
              <a:rPr lang="en-US" altLang="en-US" sz="956" dirty="0">
                <a:solidFill>
                  <a:schemeClr val="bg1"/>
                </a:solidFill>
                <a:cs typeface="Arial" panose="020B0604020202020204" pitchFamily="34" charset="0"/>
              </a:rPr>
              <a:t>Implement charts and graphics for better weather data representation.</a:t>
            </a: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69C20405-6AC8-CFE4-0779-5172C8FCBF13}"/>
              </a:ext>
            </a:extLst>
          </p:cNvPr>
          <p:cNvSpPr txBox="1"/>
          <p:nvPr/>
        </p:nvSpPr>
        <p:spPr>
          <a:xfrm>
            <a:off x="4278308" y="1774382"/>
            <a:ext cx="3927531" cy="2754136"/>
          </a:xfrm>
          <a:prstGeom prst="rect">
            <a:avLst/>
          </a:prstGeom>
        </p:spPr>
        <p:txBody>
          <a:bodyPr wrap="square" lIns="0" tIns="7858" rIns="0" bIns="0">
            <a:spAutoFit/>
          </a:bodyPr>
          <a:lstStyle>
            <a:lvl1pPr marL="25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64"/>
              </a:spcBef>
            </a:pPr>
            <a:r>
              <a:rPr lang="en-US" altLang="en-US" sz="1294" b="1" dirty="0">
                <a:solidFill>
                  <a:schemeClr val="bg1"/>
                </a:solidFill>
                <a:cs typeface="Arial" panose="020B0604020202020204" pitchFamily="34" charset="0"/>
              </a:rPr>
              <a:t>Responsive Design</a:t>
            </a:r>
            <a:endParaRPr lang="en-US" altLang="en-US" sz="1294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>
              <a:spcBef>
                <a:spcPts val="21"/>
              </a:spcBef>
            </a:pPr>
            <a:endParaRPr lang="en-US" altLang="en-US" sz="1350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>
              <a:lnSpc>
                <a:spcPts val="1132"/>
              </a:lnSpc>
            </a:pPr>
            <a:r>
              <a:rPr lang="en-US" altLang="en-US" sz="956" dirty="0">
                <a:solidFill>
                  <a:schemeClr val="bg1"/>
                </a:solidFill>
                <a:cs typeface="Arial" panose="020B0604020202020204" pitchFamily="34" charset="0"/>
              </a:rPr>
              <a:t>Create layouts that adopt seamlessly across different screen sizes.</a:t>
            </a:r>
          </a:p>
          <a:p>
            <a:pPr>
              <a:spcBef>
                <a:spcPts val="21"/>
              </a:spcBef>
            </a:pPr>
            <a:endParaRPr lang="en-US" altLang="en-US" sz="1069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en-US" altLang="en-US" sz="1294" b="1" dirty="0">
                <a:solidFill>
                  <a:schemeClr val="bg1"/>
                </a:solidFill>
                <a:cs typeface="Arial" panose="020B0604020202020204" pitchFamily="34" charset="0"/>
              </a:rPr>
              <a:t>Error Handling</a:t>
            </a:r>
            <a:endParaRPr lang="en-US" altLang="en-US" sz="1294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>
              <a:spcBef>
                <a:spcPts val="28"/>
              </a:spcBef>
            </a:pPr>
            <a:endParaRPr lang="en-US" altLang="en-US" sz="1463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>
              <a:lnSpc>
                <a:spcPts val="1076"/>
              </a:lnSpc>
            </a:pPr>
            <a:r>
              <a:rPr lang="en-US" altLang="en-US" sz="956" dirty="0">
                <a:solidFill>
                  <a:schemeClr val="bg1"/>
                </a:solidFill>
                <a:cs typeface="Arial" panose="020B0604020202020204" pitchFamily="34" charset="0"/>
              </a:rPr>
              <a:t>Develop robust error messaging systems to improve user interactions.</a:t>
            </a:r>
          </a:p>
          <a:p>
            <a:pPr>
              <a:spcBef>
                <a:spcPts val="28"/>
              </a:spcBef>
            </a:pPr>
            <a:endParaRPr lang="en-US" altLang="en-US" sz="1125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en-US" altLang="en-US" sz="1294" b="1" dirty="0">
                <a:solidFill>
                  <a:schemeClr val="bg1"/>
                </a:solidFill>
                <a:cs typeface="Arial" panose="020B0604020202020204" pitchFamily="34" charset="0"/>
              </a:rPr>
              <a:t>Dynamic Functionality</a:t>
            </a:r>
            <a:endParaRPr lang="en-US" altLang="en-US" sz="1294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>
              <a:spcBef>
                <a:spcPts val="28"/>
              </a:spcBef>
            </a:pPr>
            <a:endParaRPr lang="en-US" altLang="en-US" sz="1463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>
              <a:lnSpc>
                <a:spcPts val="1076"/>
              </a:lnSpc>
            </a:pPr>
            <a:r>
              <a:rPr lang="en-US" altLang="en-US" sz="956" dirty="0">
                <a:solidFill>
                  <a:schemeClr val="bg1"/>
                </a:solidFill>
                <a:cs typeface="Arial" panose="020B0604020202020204" pitchFamily="34" charset="0"/>
              </a:rPr>
              <a:t>Use JavaScript to enable real-time updates and interactive features.</a:t>
            </a:r>
          </a:p>
          <a:p>
            <a:pPr eaLnBrk="1" hangingPunct="1"/>
            <a:endParaRPr lang="en-US" altLang="en-US" sz="1069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en-US" altLang="en-US" sz="1294" b="1" dirty="0">
                <a:solidFill>
                  <a:schemeClr val="bg1"/>
                </a:solidFill>
                <a:cs typeface="Arial" panose="020B0604020202020204" pitchFamily="34" charset="0"/>
              </a:rPr>
              <a:t>Version Control</a:t>
            </a:r>
            <a:endParaRPr lang="en-US" altLang="en-US" sz="1294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>
              <a:spcBef>
                <a:spcPts val="28"/>
              </a:spcBef>
            </a:pPr>
            <a:endParaRPr lang="en-US" altLang="en-US" sz="1463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>
              <a:lnSpc>
                <a:spcPts val="1076"/>
              </a:lnSpc>
            </a:pPr>
            <a:r>
              <a:rPr lang="en-US" altLang="en-US" sz="956" dirty="0">
                <a:solidFill>
                  <a:schemeClr val="bg1"/>
                </a:solidFill>
                <a:cs typeface="Arial" panose="020B0604020202020204" pitchFamily="34" charset="0"/>
              </a:rPr>
              <a:t>Practice using Git for code management and collaboration on projects.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object 2">
            <a:extLst>
              <a:ext uri="{FF2B5EF4-FFF2-40B4-BE49-F238E27FC236}">
                <a16:creationId xmlns:a16="http://schemas.microsoft.com/office/drawing/2014/main" id="{8BDA9F54-3CE8-15C0-B9A2-AE48546F9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078" y="847428"/>
            <a:ext cx="2723555" cy="4008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object 3">
            <a:extLst>
              <a:ext uri="{FF2B5EF4-FFF2-40B4-BE49-F238E27FC236}">
                <a16:creationId xmlns:a16="http://schemas.microsoft.com/office/drawing/2014/main" id="{3D49ED27-8D1B-118A-C98D-543B09CED8D4}"/>
              </a:ext>
            </a:extLst>
          </p:cNvPr>
          <p:cNvSpPr>
            <a:spLocks/>
          </p:cNvSpPr>
          <p:nvPr/>
        </p:nvSpPr>
        <p:spPr bwMode="auto">
          <a:xfrm>
            <a:off x="71438" y="3951387"/>
            <a:ext cx="0" cy="1177826"/>
          </a:xfrm>
          <a:custGeom>
            <a:avLst/>
            <a:gdLst>
              <a:gd name="T0" fmla="*/ 2094372 h 2094865"/>
              <a:gd name="T1" fmla="*/ 0 h 2094865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2094865">
                <a:moveTo>
                  <a:pt x="0" y="2094372"/>
                </a:moveTo>
                <a:lnTo>
                  <a:pt x="0" y="0"/>
                </a:lnTo>
              </a:path>
            </a:pathLst>
          </a:custGeom>
          <a:noFill/>
          <a:ln w="25479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sz="1013">
              <a:solidFill>
                <a:schemeClr val="bg1"/>
              </a:solidFill>
            </a:endParaRPr>
          </a:p>
        </p:txBody>
      </p:sp>
      <p:sp>
        <p:nvSpPr>
          <p:cNvPr id="14340" name="object 4">
            <a:extLst>
              <a:ext uri="{FF2B5EF4-FFF2-40B4-BE49-F238E27FC236}">
                <a16:creationId xmlns:a16="http://schemas.microsoft.com/office/drawing/2014/main" id="{AA3287AC-5CCC-417F-6F0E-F05BD28549C4}"/>
              </a:ext>
            </a:extLst>
          </p:cNvPr>
          <p:cNvSpPr>
            <a:spLocks/>
          </p:cNvSpPr>
          <p:nvPr/>
        </p:nvSpPr>
        <p:spPr bwMode="auto">
          <a:xfrm>
            <a:off x="179487" y="3937100"/>
            <a:ext cx="0" cy="1192113"/>
          </a:xfrm>
          <a:custGeom>
            <a:avLst/>
            <a:gdLst>
              <a:gd name="T0" fmla="*/ 2119913 h 2120265"/>
              <a:gd name="T1" fmla="*/ 0 h 2120265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2120265">
                <a:moveTo>
                  <a:pt x="0" y="2119913"/>
                </a:moveTo>
                <a:lnTo>
                  <a:pt x="0" y="0"/>
                </a:lnTo>
              </a:path>
            </a:pathLst>
          </a:custGeom>
          <a:noFill/>
          <a:ln w="38219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sz="1013">
              <a:solidFill>
                <a:schemeClr val="bg1"/>
              </a:solidFill>
            </a:endParaRPr>
          </a:p>
        </p:txBody>
      </p:sp>
      <p:sp>
        <p:nvSpPr>
          <p:cNvPr id="14341" name="object 5">
            <a:extLst>
              <a:ext uri="{FF2B5EF4-FFF2-40B4-BE49-F238E27FC236}">
                <a16:creationId xmlns:a16="http://schemas.microsoft.com/office/drawing/2014/main" id="{2FFF700D-CAB8-DDC5-6AEA-8D7E50538650}"/>
              </a:ext>
            </a:extLst>
          </p:cNvPr>
          <p:cNvSpPr>
            <a:spLocks/>
          </p:cNvSpPr>
          <p:nvPr/>
        </p:nvSpPr>
        <p:spPr bwMode="auto">
          <a:xfrm>
            <a:off x="6327577" y="4870252"/>
            <a:ext cx="0" cy="244673"/>
          </a:xfrm>
          <a:custGeom>
            <a:avLst/>
            <a:gdLst>
              <a:gd name="T0" fmla="*/ 434199 h 434340"/>
              <a:gd name="T1" fmla="*/ 0 h 434340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434340">
                <a:moveTo>
                  <a:pt x="0" y="434199"/>
                </a:moveTo>
                <a:lnTo>
                  <a:pt x="0" y="0"/>
                </a:lnTo>
              </a:path>
            </a:pathLst>
          </a:custGeom>
          <a:noFill/>
          <a:ln w="12739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sz="1013">
              <a:solidFill>
                <a:schemeClr val="bg1"/>
              </a:solidFill>
            </a:endParaRPr>
          </a:p>
        </p:txBody>
      </p:sp>
      <p:sp>
        <p:nvSpPr>
          <p:cNvPr id="14342" name="object 6">
            <a:extLst>
              <a:ext uri="{FF2B5EF4-FFF2-40B4-BE49-F238E27FC236}">
                <a16:creationId xmlns:a16="http://schemas.microsoft.com/office/drawing/2014/main" id="{08D3EB49-CB26-8586-8543-B44109FC65AC}"/>
              </a:ext>
            </a:extLst>
          </p:cNvPr>
          <p:cNvSpPr>
            <a:spLocks/>
          </p:cNvSpPr>
          <p:nvPr/>
        </p:nvSpPr>
        <p:spPr bwMode="auto">
          <a:xfrm>
            <a:off x="8484989" y="4870252"/>
            <a:ext cx="0" cy="244673"/>
          </a:xfrm>
          <a:custGeom>
            <a:avLst/>
            <a:gdLst>
              <a:gd name="T0" fmla="*/ 434199 h 434340"/>
              <a:gd name="T1" fmla="*/ 0 h 434340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434340">
                <a:moveTo>
                  <a:pt x="0" y="434199"/>
                </a:moveTo>
                <a:lnTo>
                  <a:pt x="0" y="0"/>
                </a:lnTo>
              </a:path>
            </a:pathLst>
          </a:custGeom>
          <a:noFill/>
          <a:ln w="12739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sz="1013">
              <a:solidFill>
                <a:schemeClr val="bg1"/>
              </a:solidFill>
            </a:endParaRPr>
          </a:p>
        </p:txBody>
      </p:sp>
      <p:sp>
        <p:nvSpPr>
          <p:cNvPr id="14343" name="object 7">
            <a:extLst>
              <a:ext uri="{FF2B5EF4-FFF2-40B4-BE49-F238E27FC236}">
                <a16:creationId xmlns:a16="http://schemas.microsoft.com/office/drawing/2014/main" id="{A7CABEF0-3898-D4F9-5E82-D17E8FB928BF}"/>
              </a:ext>
            </a:extLst>
          </p:cNvPr>
          <p:cNvSpPr>
            <a:spLocks/>
          </p:cNvSpPr>
          <p:nvPr/>
        </p:nvSpPr>
        <p:spPr bwMode="auto">
          <a:xfrm>
            <a:off x="3224511" y="1099245"/>
            <a:ext cx="845641" cy="0"/>
          </a:xfrm>
          <a:custGeom>
            <a:avLst/>
            <a:gdLst>
              <a:gd name="T0" fmla="*/ 0 w 1503679"/>
              <a:gd name="T1" fmla="*/ 1503283 w 1503679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1503679">
                <a:moveTo>
                  <a:pt x="0" y="0"/>
                </a:moveTo>
                <a:lnTo>
                  <a:pt x="1503283" y="0"/>
                </a:lnTo>
              </a:path>
            </a:pathLst>
          </a:custGeom>
          <a:noFill/>
          <a:ln w="1277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sz="1013">
              <a:solidFill>
                <a:schemeClr val="bg1"/>
              </a:solidFill>
            </a:endParaRPr>
          </a:p>
        </p:txBody>
      </p:sp>
      <p:sp>
        <p:nvSpPr>
          <p:cNvPr id="14344" name="object 8">
            <a:extLst>
              <a:ext uri="{FF2B5EF4-FFF2-40B4-BE49-F238E27FC236}">
                <a16:creationId xmlns:a16="http://schemas.microsoft.com/office/drawing/2014/main" id="{34BDC8B1-5E03-1AF6-DA51-A41CE60A0478}"/>
              </a:ext>
            </a:extLst>
          </p:cNvPr>
          <p:cNvSpPr>
            <a:spLocks/>
          </p:cNvSpPr>
          <p:nvPr/>
        </p:nvSpPr>
        <p:spPr bwMode="auto">
          <a:xfrm>
            <a:off x="415231" y="1092101"/>
            <a:ext cx="846534" cy="0"/>
          </a:xfrm>
          <a:custGeom>
            <a:avLst/>
            <a:gdLst>
              <a:gd name="T0" fmla="*/ 0 w 1503680"/>
              <a:gd name="T1" fmla="*/ 1503283 w 1503680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1503680">
                <a:moveTo>
                  <a:pt x="0" y="0"/>
                </a:moveTo>
                <a:lnTo>
                  <a:pt x="1503283" y="0"/>
                </a:lnTo>
              </a:path>
            </a:pathLst>
          </a:custGeom>
          <a:noFill/>
          <a:ln w="1277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sz="1013">
              <a:solidFill>
                <a:schemeClr val="bg1"/>
              </a:solidFill>
            </a:endParaRPr>
          </a:p>
        </p:txBody>
      </p:sp>
      <p:sp>
        <p:nvSpPr>
          <p:cNvPr id="14345" name="object 9">
            <a:extLst>
              <a:ext uri="{FF2B5EF4-FFF2-40B4-BE49-F238E27FC236}">
                <a16:creationId xmlns:a16="http://schemas.microsoft.com/office/drawing/2014/main" id="{FBDB08B1-8CFF-F132-0D72-AA9ED17AB053}"/>
              </a:ext>
            </a:extLst>
          </p:cNvPr>
          <p:cNvSpPr>
            <a:spLocks/>
          </p:cNvSpPr>
          <p:nvPr/>
        </p:nvSpPr>
        <p:spPr bwMode="auto">
          <a:xfrm>
            <a:off x="3224511" y="2184202"/>
            <a:ext cx="845641" cy="0"/>
          </a:xfrm>
          <a:custGeom>
            <a:avLst/>
            <a:gdLst>
              <a:gd name="T0" fmla="*/ 0 w 1503679"/>
              <a:gd name="T1" fmla="*/ 1503283 w 1503679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1503679">
                <a:moveTo>
                  <a:pt x="0" y="0"/>
                </a:moveTo>
                <a:lnTo>
                  <a:pt x="1503283" y="0"/>
                </a:lnTo>
              </a:path>
            </a:pathLst>
          </a:custGeom>
          <a:noFill/>
          <a:ln w="1277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sz="1013">
              <a:solidFill>
                <a:schemeClr val="bg1"/>
              </a:solidFill>
            </a:endParaRPr>
          </a:p>
        </p:txBody>
      </p:sp>
      <p:sp>
        <p:nvSpPr>
          <p:cNvPr id="14346" name="object 10">
            <a:extLst>
              <a:ext uri="{FF2B5EF4-FFF2-40B4-BE49-F238E27FC236}">
                <a16:creationId xmlns:a16="http://schemas.microsoft.com/office/drawing/2014/main" id="{CD6EBA99-C52B-0239-C939-13F89AFAD20A}"/>
              </a:ext>
            </a:extLst>
          </p:cNvPr>
          <p:cNvSpPr>
            <a:spLocks/>
          </p:cNvSpPr>
          <p:nvPr/>
        </p:nvSpPr>
        <p:spPr bwMode="auto">
          <a:xfrm>
            <a:off x="415231" y="2184202"/>
            <a:ext cx="846534" cy="0"/>
          </a:xfrm>
          <a:custGeom>
            <a:avLst/>
            <a:gdLst>
              <a:gd name="T0" fmla="*/ 0 w 1503680"/>
              <a:gd name="T1" fmla="*/ 1503283 w 1503680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1503680">
                <a:moveTo>
                  <a:pt x="0" y="0"/>
                </a:moveTo>
                <a:lnTo>
                  <a:pt x="1503283" y="0"/>
                </a:lnTo>
              </a:path>
            </a:pathLst>
          </a:custGeom>
          <a:noFill/>
          <a:ln w="1277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sz="1013">
              <a:solidFill>
                <a:schemeClr val="bg1"/>
              </a:solidFill>
            </a:endParaRPr>
          </a:p>
        </p:txBody>
      </p:sp>
      <p:sp>
        <p:nvSpPr>
          <p:cNvPr id="14347" name="object 11">
            <a:extLst>
              <a:ext uri="{FF2B5EF4-FFF2-40B4-BE49-F238E27FC236}">
                <a16:creationId xmlns:a16="http://schemas.microsoft.com/office/drawing/2014/main" id="{15955D07-DB48-5ADD-5C4A-57C99360CE42}"/>
              </a:ext>
            </a:extLst>
          </p:cNvPr>
          <p:cNvSpPr>
            <a:spLocks/>
          </p:cNvSpPr>
          <p:nvPr/>
        </p:nvSpPr>
        <p:spPr bwMode="auto">
          <a:xfrm>
            <a:off x="3224511" y="3268266"/>
            <a:ext cx="845641" cy="0"/>
          </a:xfrm>
          <a:custGeom>
            <a:avLst/>
            <a:gdLst>
              <a:gd name="T0" fmla="*/ 0 w 1503679"/>
              <a:gd name="T1" fmla="*/ 1503283 w 1503679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1503679">
                <a:moveTo>
                  <a:pt x="0" y="0"/>
                </a:moveTo>
                <a:lnTo>
                  <a:pt x="1503283" y="0"/>
                </a:lnTo>
              </a:path>
            </a:pathLst>
          </a:custGeom>
          <a:noFill/>
          <a:ln w="1277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sz="1013">
              <a:solidFill>
                <a:schemeClr val="bg1"/>
              </a:solidFill>
            </a:endParaRPr>
          </a:p>
        </p:txBody>
      </p:sp>
      <p:sp>
        <p:nvSpPr>
          <p:cNvPr id="14348" name="object 12">
            <a:extLst>
              <a:ext uri="{FF2B5EF4-FFF2-40B4-BE49-F238E27FC236}">
                <a16:creationId xmlns:a16="http://schemas.microsoft.com/office/drawing/2014/main" id="{598AF1F0-D9F8-F337-AE86-416BD3BB0AF8}"/>
              </a:ext>
            </a:extLst>
          </p:cNvPr>
          <p:cNvSpPr>
            <a:spLocks/>
          </p:cNvSpPr>
          <p:nvPr/>
        </p:nvSpPr>
        <p:spPr bwMode="auto">
          <a:xfrm>
            <a:off x="415231" y="3268266"/>
            <a:ext cx="846534" cy="0"/>
          </a:xfrm>
          <a:custGeom>
            <a:avLst/>
            <a:gdLst>
              <a:gd name="T0" fmla="*/ 0 w 1503680"/>
              <a:gd name="T1" fmla="*/ 1503283 w 1503680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1503680">
                <a:moveTo>
                  <a:pt x="0" y="0"/>
                </a:moveTo>
                <a:lnTo>
                  <a:pt x="1503283" y="0"/>
                </a:lnTo>
              </a:path>
            </a:pathLst>
          </a:custGeom>
          <a:noFill/>
          <a:ln w="1277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sz="1013">
              <a:solidFill>
                <a:schemeClr val="bg1"/>
              </a:solidFill>
            </a:endParaRPr>
          </a:p>
        </p:txBody>
      </p:sp>
      <p:sp>
        <p:nvSpPr>
          <p:cNvPr id="14349" name="object 13">
            <a:extLst>
              <a:ext uri="{FF2B5EF4-FFF2-40B4-BE49-F238E27FC236}">
                <a16:creationId xmlns:a16="http://schemas.microsoft.com/office/drawing/2014/main" id="{EA23A182-BB72-1DC5-9908-859ED971E725}"/>
              </a:ext>
            </a:extLst>
          </p:cNvPr>
          <p:cNvSpPr>
            <a:spLocks/>
          </p:cNvSpPr>
          <p:nvPr/>
        </p:nvSpPr>
        <p:spPr bwMode="auto">
          <a:xfrm>
            <a:off x="3224511" y="4353223"/>
            <a:ext cx="845641" cy="0"/>
          </a:xfrm>
          <a:custGeom>
            <a:avLst/>
            <a:gdLst>
              <a:gd name="T0" fmla="*/ 0 w 1503679"/>
              <a:gd name="T1" fmla="*/ 1503283 w 1503679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1503679">
                <a:moveTo>
                  <a:pt x="0" y="0"/>
                </a:moveTo>
                <a:lnTo>
                  <a:pt x="1503283" y="0"/>
                </a:lnTo>
              </a:path>
            </a:pathLst>
          </a:custGeom>
          <a:noFill/>
          <a:ln w="1277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sz="1013">
              <a:solidFill>
                <a:schemeClr val="bg1"/>
              </a:solidFill>
            </a:endParaRPr>
          </a:p>
        </p:txBody>
      </p:sp>
      <p:sp>
        <p:nvSpPr>
          <p:cNvPr id="14350" name="object 14">
            <a:extLst>
              <a:ext uri="{FF2B5EF4-FFF2-40B4-BE49-F238E27FC236}">
                <a16:creationId xmlns:a16="http://schemas.microsoft.com/office/drawing/2014/main" id="{23485916-2361-EEF7-E1AB-E0894FD57C01}"/>
              </a:ext>
            </a:extLst>
          </p:cNvPr>
          <p:cNvSpPr>
            <a:spLocks/>
          </p:cNvSpPr>
          <p:nvPr/>
        </p:nvSpPr>
        <p:spPr bwMode="auto">
          <a:xfrm>
            <a:off x="415231" y="4353223"/>
            <a:ext cx="846534" cy="0"/>
          </a:xfrm>
          <a:custGeom>
            <a:avLst/>
            <a:gdLst>
              <a:gd name="T0" fmla="*/ 0 w 1503680"/>
              <a:gd name="T1" fmla="*/ 1503283 w 1503680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1503680">
                <a:moveTo>
                  <a:pt x="0" y="0"/>
                </a:moveTo>
                <a:lnTo>
                  <a:pt x="1503283" y="0"/>
                </a:lnTo>
              </a:path>
            </a:pathLst>
          </a:custGeom>
          <a:noFill/>
          <a:ln w="1277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sz="1013">
              <a:solidFill>
                <a:schemeClr val="bg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C13CCAD0-1D9B-9680-0A6B-DFB503E8B6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9487" y="208658"/>
            <a:ext cx="7593980" cy="990600"/>
          </a:xfrm>
        </p:spPr>
        <p:txBody>
          <a:bodyPr vert="horz" lIns="91440" tIns="8573" rIns="91440" bIns="45720" rtlCol="0" anchor="t">
            <a:normAutofit/>
          </a:bodyPr>
          <a:lstStyle/>
          <a:p>
            <a:pPr marL="16788">
              <a:spcBef>
                <a:spcPts val="68"/>
              </a:spcBef>
              <a:defRPr/>
            </a:pPr>
            <a:r>
              <a:rPr sz="2363" spc="174" dirty="0">
                <a:solidFill>
                  <a:schemeClr val="bg1"/>
                </a:solidFill>
              </a:rPr>
              <a:t>Data</a:t>
            </a:r>
            <a:r>
              <a:rPr sz="2363" spc="48" dirty="0">
                <a:solidFill>
                  <a:schemeClr val="bg1"/>
                </a:solidFill>
              </a:rPr>
              <a:t> </a:t>
            </a:r>
            <a:r>
              <a:rPr sz="2363" spc="-31" dirty="0">
                <a:solidFill>
                  <a:schemeClr val="bg1"/>
                </a:solidFill>
              </a:rPr>
              <a:t>Visualization</a:t>
            </a:r>
            <a:r>
              <a:rPr sz="2363" spc="28" dirty="0">
                <a:solidFill>
                  <a:schemeClr val="bg1"/>
                </a:solidFill>
              </a:rPr>
              <a:t> </a:t>
            </a:r>
            <a:r>
              <a:rPr sz="2363" dirty="0">
                <a:solidFill>
                  <a:schemeClr val="bg1"/>
                </a:solidFill>
              </a:rPr>
              <a:t>Techniques</a:t>
            </a:r>
            <a:r>
              <a:rPr sz="2363" spc="160" dirty="0">
                <a:solidFill>
                  <a:schemeClr val="bg1"/>
                </a:solidFill>
              </a:rPr>
              <a:t> </a:t>
            </a:r>
            <a:r>
              <a:rPr sz="2363" dirty="0">
                <a:solidFill>
                  <a:schemeClr val="bg1"/>
                </a:solidFill>
              </a:rPr>
              <a:t>for</a:t>
            </a:r>
            <a:r>
              <a:rPr sz="2363" spc="70" dirty="0">
                <a:solidFill>
                  <a:schemeClr val="bg1"/>
                </a:solidFill>
              </a:rPr>
              <a:t> </a:t>
            </a:r>
            <a:r>
              <a:rPr sz="2363" spc="62" dirty="0">
                <a:solidFill>
                  <a:schemeClr val="bg1"/>
                </a:solidFill>
              </a:rPr>
              <a:t>Weather</a:t>
            </a:r>
            <a:r>
              <a:rPr sz="2363" spc="42" dirty="0">
                <a:solidFill>
                  <a:schemeClr val="bg1"/>
                </a:solidFill>
              </a:rPr>
              <a:t> </a:t>
            </a:r>
            <a:r>
              <a:rPr sz="2363" spc="163" dirty="0">
                <a:solidFill>
                  <a:schemeClr val="bg1"/>
                </a:solidFill>
              </a:rPr>
              <a:t>Data</a:t>
            </a:r>
            <a:endParaRPr sz="2363" dirty="0">
              <a:solidFill>
                <a:schemeClr val="bg1"/>
              </a:solidFill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D7529736-B551-55BC-6E25-0C0FDC1E9DE6}"/>
              </a:ext>
            </a:extLst>
          </p:cNvPr>
          <p:cNvSpPr txBox="1"/>
          <p:nvPr/>
        </p:nvSpPr>
        <p:spPr>
          <a:xfrm>
            <a:off x="425053" y="800994"/>
            <a:ext cx="828675" cy="202732"/>
          </a:xfrm>
          <a:prstGeom prst="rect">
            <a:avLst/>
          </a:prstGeom>
        </p:spPr>
        <p:txBody>
          <a:bodyPr lIns="0" tIns="7858" rIns="0" bIns="0">
            <a:spAutoFit/>
          </a:bodyPr>
          <a:lstStyle/>
          <a:p>
            <a:pPr marL="7144">
              <a:spcBef>
                <a:spcPts val="62"/>
              </a:spcBef>
              <a:defRPr/>
            </a:pPr>
            <a:r>
              <a:rPr sz="1266" b="1" kern="0" spc="-70" dirty="0">
                <a:solidFill>
                  <a:schemeClr val="bg1"/>
                </a:solidFill>
                <a:latin typeface="Arial"/>
                <a:cs typeface="Arial"/>
              </a:rPr>
              <a:t>Line</a:t>
            </a:r>
            <a:r>
              <a:rPr sz="1266" b="1" kern="0" spc="-53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66" b="1" kern="0" spc="-37" dirty="0">
                <a:solidFill>
                  <a:schemeClr val="bg1"/>
                </a:solidFill>
                <a:latin typeface="Arial"/>
                <a:cs typeface="Arial"/>
              </a:rPr>
              <a:t>Charts</a:t>
            </a:r>
            <a:endParaRPr sz="1266" kern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A4B44F0D-CD3F-E0E4-817A-494281830901}"/>
              </a:ext>
            </a:extLst>
          </p:cNvPr>
          <p:cNvSpPr txBox="1"/>
          <p:nvPr/>
        </p:nvSpPr>
        <p:spPr>
          <a:xfrm>
            <a:off x="3245942" y="800994"/>
            <a:ext cx="1078706" cy="202732"/>
          </a:xfrm>
          <a:prstGeom prst="rect">
            <a:avLst/>
          </a:prstGeom>
        </p:spPr>
        <p:txBody>
          <a:bodyPr lIns="0" tIns="7858" rIns="0" bIns="0">
            <a:spAutoFit/>
          </a:bodyPr>
          <a:lstStyle/>
          <a:p>
            <a:pPr marL="7144">
              <a:spcBef>
                <a:spcPts val="62"/>
              </a:spcBef>
              <a:defRPr/>
            </a:pPr>
            <a:r>
              <a:rPr sz="1266" b="1" kern="0" dirty="0">
                <a:solidFill>
                  <a:schemeClr val="bg1"/>
                </a:solidFill>
                <a:latin typeface="Arial"/>
                <a:cs typeface="Arial"/>
              </a:rPr>
              <a:t>Weather</a:t>
            </a:r>
            <a:r>
              <a:rPr sz="1266" b="1" kern="0" spc="-42" dirty="0">
                <a:solidFill>
                  <a:schemeClr val="bg1"/>
                </a:solidFill>
                <a:latin typeface="Arial"/>
                <a:cs typeface="Arial"/>
              </a:rPr>
              <a:t> Icons</a:t>
            </a:r>
            <a:endParaRPr sz="1266" kern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57C8F299-3CFB-19C3-0BC2-5CE5FA18CE39}"/>
              </a:ext>
            </a:extLst>
          </p:cNvPr>
          <p:cNvSpPr txBox="1"/>
          <p:nvPr/>
        </p:nvSpPr>
        <p:spPr>
          <a:xfrm>
            <a:off x="421481" y="1200150"/>
            <a:ext cx="2472631" cy="323646"/>
          </a:xfrm>
          <a:prstGeom prst="rect">
            <a:avLst/>
          </a:prstGeom>
        </p:spPr>
        <p:txBody>
          <a:bodyPr lIns="0" tIns="15716" rIns="0" bIns="0">
            <a:spAutoFit/>
          </a:bodyPr>
          <a:lstStyle>
            <a:lvl1pPr marL="12700" indent="127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ts val="1189"/>
              </a:lnSpc>
              <a:spcBef>
                <a:spcPts val="127"/>
              </a:spcBef>
            </a:pPr>
            <a:r>
              <a:rPr lang="en-US" altLang="en-US" sz="1013" dirty="0">
                <a:solidFill>
                  <a:schemeClr val="bg1"/>
                </a:solidFill>
                <a:cs typeface="Arial" panose="020B0604020202020204" pitchFamily="34" charset="0"/>
              </a:rPr>
              <a:t>Visualize temperature changes over time using line charts for clarity.</a:t>
            </a: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AC5F55E3-9423-9BF5-6D91-873ACE3E7F88}"/>
              </a:ext>
            </a:extLst>
          </p:cNvPr>
          <p:cNvSpPr txBox="1"/>
          <p:nvPr/>
        </p:nvSpPr>
        <p:spPr>
          <a:xfrm>
            <a:off x="417909" y="1885950"/>
            <a:ext cx="839391" cy="202732"/>
          </a:xfrm>
          <a:prstGeom prst="rect">
            <a:avLst/>
          </a:prstGeom>
        </p:spPr>
        <p:txBody>
          <a:bodyPr lIns="0" tIns="7858" rIns="0" bIns="0">
            <a:spAutoFit/>
          </a:bodyPr>
          <a:lstStyle/>
          <a:p>
            <a:pPr marL="7144">
              <a:spcBef>
                <a:spcPts val="62"/>
              </a:spcBef>
              <a:defRPr/>
            </a:pPr>
            <a:r>
              <a:rPr sz="1266" b="1" kern="0" spc="-42" dirty="0">
                <a:solidFill>
                  <a:schemeClr val="bg1"/>
                </a:solidFill>
                <a:latin typeface="Arial"/>
                <a:cs typeface="Arial"/>
              </a:rPr>
              <a:t>Bar</a:t>
            </a:r>
            <a:r>
              <a:rPr sz="1266" b="1" kern="0" spc="-118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66" b="1" kern="0" spc="-25" dirty="0">
                <a:solidFill>
                  <a:schemeClr val="bg1"/>
                </a:solidFill>
                <a:latin typeface="Arial"/>
                <a:cs typeface="Arial"/>
              </a:rPr>
              <a:t>Graphs</a:t>
            </a:r>
            <a:endParaRPr sz="1266" kern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45A99618-C60D-F3B7-AA54-F2EF5C3BEE02}"/>
              </a:ext>
            </a:extLst>
          </p:cNvPr>
          <p:cNvSpPr txBox="1"/>
          <p:nvPr/>
        </p:nvSpPr>
        <p:spPr>
          <a:xfrm>
            <a:off x="3241477" y="1200150"/>
            <a:ext cx="2250281" cy="323646"/>
          </a:xfrm>
          <a:prstGeom prst="rect">
            <a:avLst/>
          </a:prstGeom>
        </p:spPr>
        <p:txBody>
          <a:bodyPr lIns="0" tIns="15716" rIns="0" bIns="0">
            <a:spAutoFit/>
          </a:bodyPr>
          <a:lstStyle>
            <a:lvl1pPr marL="12700" indent="31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ts val="1189"/>
              </a:lnSpc>
              <a:spcBef>
                <a:spcPts val="127"/>
              </a:spcBef>
            </a:pPr>
            <a:r>
              <a:rPr lang="en-US" altLang="en-US" sz="1013">
                <a:solidFill>
                  <a:schemeClr val="bg1"/>
                </a:solidFill>
                <a:cs typeface="Arial" panose="020B0604020202020204" pitchFamily="34" charset="0"/>
              </a:rPr>
              <a:t>Use icons to illustrate current weather conditions for quick user recognition.</a:t>
            </a: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27E6AF08-2CA3-9EA1-132A-950F4AE0766B}"/>
              </a:ext>
            </a:extLst>
          </p:cNvPr>
          <p:cNvSpPr txBox="1"/>
          <p:nvPr/>
        </p:nvSpPr>
        <p:spPr>
          <a:xfrm>
            <a:off x="3241477" y="1885950"/>
            <a:ext cx="829568" cy="202732"/>
          </a:xfrm>
          <a:prstGeom prst="rect">
            <a:avLst/>
          </a:prstGeom>
        </p:spPr>
        <p:txBody>
          <a:bodyPr lIns="0" tIns="7858" rIns="0" bIns="0">
            <a:spAutoFit/>
          </a:bodyPr>
          <a:lstStyle/>
          <a:p>
            <a:pPr marL="7144">
              <a:spcBef>
                <a:spcPts val="62"/>
              </a:spcBef>
              <a:defRPr/>
            </a:pPr>
            <a:r>
              <a:rPr sz="1266" b="1" kern="0" spc="31" dirty="0">
                <a:solidFill>
                  <a:schemeClr val="bg1"/>
                </a:solidFill>
                <a:latin typeface="Arial"/>
                <a:cs typeface="Arial"/>
              </a:rPr>
              <a:t>Heat</a:t>
            </a:r>
            <a:r>
              <a:rPr sz="1266" b="1" kern="0" spc="-132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66" b="1" kern="0" spc="-11" dirty="0">
                <a:solidFill>
                  <a:schemeClr val="bg1"/>
                </a:solidFill>
                <a:latin typeface="Arial"/>
                <a:cs typeface="Arial"/>
              </a:rPr>
              <a:t>Maps</a:t>
            </a:r>
            <a:endParaRPr sz="1266" kern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868FEEA4-2D54-0BC6-AF2A-F92E4C87CBAC}"/>
              </a:ext>
            </a:extLst>
          </p:cNvPr>
          <p:cNvSpPr txBox="1"/>
          <p:nvPr/>
        </p:nvSpPr>
        <p:spPr>
          <a:xfrm>
            <a:off x="419696" y="2284214"/>
            <a:ext cx="2484239" cy="323646"/>
          </a:xfrm>
          <a:prstGeom prst="rect">
            <a:avLst/>
          </a:prstGeom>
        </p:spPr>
        <p:txBody>
          <a:bodyPr lIns="0" tIns="15716" rIns="0" bIns="0">
            <a:spAutoFit/>
          </a:bodyPr>
          <a:lstStyle>
            <a:lvl1pPr marL="15875" indent="-31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ts val="1189"/>
              </a:lnSpc>
              <a:spcBef>
                <a:spcPts val="127"/>
              </a:spcBef>
            </a:pPr>
            <a:r>
              <a:rPr lang="en-US" altLang="en-US" sz="1013">
                <a:solidFill>
                  <a:schemeClr val="bg1"/>
                </a:solidFill>
                <a:cs typeface="Arial" panose="020B0604020202020204" pitchFamily="34" charset="0"/>
              </a:rPr>
              <a:t>Utilize bar graphs for comparing humidity levels between citieseffectively.</a:t>
            </a:r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1D9C0A56-A597-337E-FB0F-E531390C04B1}"/>
              </a:ext>
            </a:extLst>
          </p:cNvPr>
          <p:cNvSpPr txBox="1"/>
          <p:nvPr/>
        </p:nvSpPr>
        <p:spPr>
          <a:xfrm>
            <a:off x="425053" y="2970908"/>
            <a:ext cx="757238" cy="202732"/>
          </a:xfrm>
          <a:prstGeom prst="rect">
            <a:avLst/>
          </a:prstGeom>
        </p:spPr>
        <p:txBody>
          <a:bodyPr lIns="0" tIns="7858" rIns="0" bIns="0">
            <a:spAutoFit/>
          </a:bodyPr>
          <a:lstStyle/>
          <a:p>
            <a:pPr marL="7144">
              <a:spcBef>
                <a:spcPts val="62"/>
              </a:spcBef>
              <a:defRPr/>
            </a:pPr>
            <a:r>
              <a:rPr sz="1266" b="1" kern="0" spc="-42" dirty="0">
                <a:solidFill>
                  <a:schemeClr val="bg1"/>
                </a:solidFill>
                <a:latin typeface="Arial"/>
                <a:cs typeface="Arial"/>
              </a:rPr>
              <a:t>Pie</a:t>
            </a:r>
            <a:r>
              <a:rPr sz="1266" b="1" kern="0" spc="-73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66" b="1" kern="0" spc="-37" dirty="0">
                <a:solidFill>
                  <a:schemeClr val="bg1"/>
                </a:solidFill>
                <a:latin typeface="Arial"/>
                <a:cs typeface="Arial"/>
              </a:rPr>
              <a:t>Charts</a:t>
            </a:r>
            <a:endParaRPr sz="1266" kern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AFBE0437-9651-AD38-6EAC-E226F18C1B9B}"/>
              </a:ext>
            </a:extLst>
          </p:cNvPr>
          <p:cNvSpPr txBox="1"/>
          <p:nvPr/>
        </p:nvSpPr>
        <p:spPr>
          <a:xfrm>
            <a:off x="3239691" y="2284214"/>
            <a:ext cx="2103834" cy="477534"/>
          </a:xfrm>
          <a:prstGeom prst="rect">
            <a:avLst/>
          </a:prstGeom>
        </p:spPr>
        <p:txBody>
          <a:bodyPr lIns="0" tIns="15716" rIns="0" bIns="0">
            <a:spAutoFit/>
          </a:bodyPr>
          <a:lstStyle>
            <a:lvl1pPr marL="20638" indent="-79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ts val="1189"/>
              </a:lnSpc>
              <a:spcBef>
                <a:spcPts val="127"/>
              </a:spcBef>
            </a:pPr>
            <a:r>
              <a:rPr lang="en-US" altLang="en-US" sz="1013">
                <a:solidFill>
                  <a:schemeClr val="bg1"/>
                </a:solidFill>
                <a:cs typeface="Arial" panose="020B0604020202020204" pitchFamily="34" charset="0"/>
              </a:rPr>
              <a:t>Create heat maps for visualizing temperature ranges across regions visually.</a:t>
            </a:r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2345EC47-BEF0-610E-A9A7-3C710617A6E9}"/>
              </a:ext>
            </a:extLst>
          </p:cNvPr>
          <p:cNvSpPr txBox="1"/>
          <p:nvPr/>
        </p:nvSpPr>
        <p:spPr>
          <a:xfrm>
            <a:off x="3241477" y="2970908"/>
            <a:ext cx="1234083" cy="202732"/>
          </a:xfrm>
          <a:prstGeom prst="rect">
            <a:avLst/>
          </a:prstGeom>
        </p:spPr>
        <p:txBody>
          <a:bodyPr lIns="0" tIns="7858" rIns="0" bIns="0">
            <a:spAutoFit/>
          </a:bodyPr>
          <a:lstStyle/>
          <a:p>
            <a:pPr marL="7144">
              <a:spcBef>
                <a:spcPts val="62"/>
              </a:spcBef>
              <a:defRPr/>
            </a:pPr>
            <a:r>
              <a:rPr sz="1266" b="1" kern="0" spc="-34" dirty="0">
                <a:solidFill>
                  <a:schemeClr val="bg1"/>
                </a:solidFill>
                <a:latin typeface="Arial"/>
                <a:cs typeface="Arial"/>
              </a:rPr>
              <a:t>Forecast</a:t>
            </a:r>
            <a:r>
              <a:rPr sz="1266" b="1" kern="0" spc="-4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66" b="1" kern="0" spc="-23" dirty="0">
                <a:solidFill>
                  <a:schemeClr val="bg1"/>
                </a:solidFill>
                <a:latin typeface="Arial"/>
                <a:cs typeface="Arial"/>
              </a:rPr>
              <a:t>Graphs</a:t>
            </a:r>
            <a:endParaRPr sz="1266" kern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C41C97B2-7A72-ADE2-7264-0573E27BB34A}"/>
              </a:ext>
            </a:extLst>
          </p:cNvPr>
          <p:cNvSpPr txBox="1"/>
          <p:nvPr/>
        </p:nvSpPr>
        <p:spPr>
          <a:xfrm>
            <a:off x="419696" y="3376315"/>
            <a:ext cx="2056507" cy="459308"/>
          </a:xfrm>
          <a:prstGeom prst="rect">
            <a:avLst/>
          </a:prstGeom>
        </p:spPr>
        <p:txBody>
          <a:bodyPr lIns="0" tIns="15001" rIns="0" bIns="0">
            <a:spAutoFit/>
          </a:bodyPr>
          <a:lstStyle>
            <a:lvl1pPr marL="15875" indent="-31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5000"/>
              </a:lnSpc>
              <a:spcBef>
                <a:spcPts val="120"/>
              </a:spcBef>
            </a:pPr>
            <a:r>
              <a:rPr lang="en-US" altLang="en-US" sz="1013">
                <a:solidFill>
                  <a:schemeClr val="bg1"/>
                </a:solidFill>
                <a:cs typeface="Arial" panose="020B0604020202020204" pitchFamily="34" charset="0"/>
              </a:rPr>
              <a:t>Represent distribution of weather conditions with pie charts for easy referencing.</a:t>
            </a:r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B860EB25-0B7D-55A3-EF42-CF86C7CE7A9E}"/>
              </a:ext>
            </a:extLst>
          </p:cNvPr>
          <p:cNvSpPr txBox="1"/>
          <p:nvPr/>
        </p:nvSpPr>
        <p:spPr>
          <a:xfrm>
            <a:off x="418803" y="4054972"/>
            <a:ext cx="1265336" cy="202732"/>
          </a:xfrm>
          <a:prstGeom prst="rect">
            <a:avLst/>
          </a:prstGeom>
        </p:spPr>
        <p:txBody>
          <a:bodyPr lIns="0" tIns="7858" rIns="0" bIns="0">
            <a:spAutoFit/>
          </a:bodyPr>
          <a:lstStyle/>
          <a:p>
            <a:pPr marL="7144">
              <a:spcBef>
                <a:spcPts val="62"/>
              </a:spcBef>
              <a:defRPr/>
            </a:pPr>
            <a:r>
              <a:rPr sz="1266" b="1" kern="0" spc="-11" dirty="0">
                <a:solidFill>
                  <a:schemeClr val="bg1"/>
                </a:solidFill>
                <a:latin typeface="Arial"/>
                <a:cs typeface="Arial"/>
              </a:rPr>
              <a:t>Interactive</a:t>
            </a:r>
            <a:r>
              <a:rPr sz="1266" b="1" kern="0" spc="-48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66" b="1" kern="0" spc="-11" dirty="0">
                <a:solidFill>
                  <a:schemeClr val="bg1"/>
                </a:solidFill>
                <a:latin typeface="Arial"/>
                <a:cs typeface="Arial"/>
              </a:rPr>
              <a:t>Maps</a:t>
            </a:r>
            <a:endParaRPr sz="1266" kern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1A6B6222-E233-276D-0AB6-9C78BAB64BF3}"/>
              </a:ext>
            </a:extLst>
          </p:cNvPr>
          <p:cNvSpPr txBox="1"/>
          <p:nvPr/>
        </p:nvSpPr>
        <p:spPr>
          <a:xfrm>
            <a:off x="3242370" y="3376315"/>
            <a:ext cx="2506563" cy="303769"/>
          </a:xfrm>
          <a:prstGeom prst="rect">
            <a:avLst/>
          </a:prstGeom>
        </p:spPr>
        <p:txBody>
          <a:bodyPr lIns="0" tIns="21431" rIns="0" bIns="0">
            <a:spAutoFit/>
          </a:bodyPr>
          <a:lstStyle>
            <a:lvl1pPr marL="12700" indent="15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ts val="1132"/>
              </a:lnSpc>
              <a:spcBef>
                <a:spcPts val="169"/>
              </a:spcBef>
            </a:pPr>
            <a:r>
              <a:rPr lang="en-US" altLang="en-US" sz="1013">
                <a:solidFill>
                  <a:schemeClr val="bg1"/>
                </a:solidFill>
                <a:cs typeface="Arial" panose="020B0604020202020204" pitchFamily="34" charset="0"/>
              </a:rPr>
              <a:t>Display 24-hour and 5-day forecasts using simple forecast graphs for users.</a:t>
            </a: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A876576F-DB40-D9A2-33D9-995E51D63C47}"/>
              </a:ext>
            </a:extLst>
          </p:cNvPr>
          <p:cNvSpPr txBox="1"/>
          <p:nvPr/>
        </p:nvSpPr>
        <p:spPr>
          <a:xfrm>
            <a:off x="3245942" y="4054972"/>
            <a:ext cx="1762720" cy="202732"/>
          </a:xfrm>
          <a:prstGeom prst="rect">
            <a:avLst/>
          </a:prstGeom>
        </p:spPr>
        <p:txBody>
          <a:bodyPr lIns="0" tIns="7858" rIns="0" bIns="0">
            <a:spAutoFit/>
          </a:bodyPr>
          <a:lstStyle/>
          <a:p>
            <a:pPr marL="7144">
              <a:spcBef>
                <a:spcPts val="62"/>
              </a:spcBef>
              <a:defRPr/>
            </a:pPr>
            <a:r>
              <a:rPr sz="1266" b="1" kern="0" dirty="0">
                <a:solidFill>
                  <a:schemeClr val="bg1"/>
                </a:solidFill>
                <a:latin typeface="Arial"/>
                <a:cs typeface="Arial"/>
              </a:rPr>
              <a:t>Animated</a:t>
            </a:r>
            <a:r>
              <a:rPr sz="1266" b="1" kern="0" spc="-3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66" b="1" kern="0" spc="-59" dirty="0">
                <a:solidFill>
                  <a:schemeClr val="bg1"/>
                </a:solidFill>
                <a:latin typeface="Arial"/>
                <a:cs typeface="Arial"/>
              </a:rPr>
              <a:t>Visualizations</a:t>
            </a:r>
            <a:endParaRPr sz="1266" kern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762C62D7-2F74-8BC6-21FB-A199F01179C9}"/>
              </a:ext>
            </a:extLst>
          </p:cNvPr>
          <p:cNvSpPr txBox="1"/>
          <p:nvPr/>
        </p:nvSpPr>
        <p:spPr>
          <a:xfrm>
            <a:off x="417909" y="4468416"/>
            <a:ext cx="2533353" cy="323646"/>
          </a:xfrm>
          <a:prstGeom prst="rect">
            <a:avLst/>
          </a:prstGeom>
        </p:spPr>
        <p:txBody>
          <a:bodyPr lIns="0" tIns="15716" rIns="0" bIns="0">
            <a:spAutoFit/>
          </a:bodyPr>
          <a:lstStyle>
            <a:lvl1pPr marL="17463" indent="-63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ts val="1189"/>
              </a:lnSpc>
              <a:spcBef>
                <a:spcPts val="127"/>
              </a:spcBef>
            </a:pPr>
            <a:r>
              <a:rPr lang="en-US" altLang="en-US" sz="1013">
                <a:solidFill>
                  <a:schemeClr val="bg1"/>
                </a:solidFill>
                <a:cs typeface="Arial" panose="020B0604020202020204" pitchFamily="34" charset="0"/>
              </a:rPr>
              <a:t>Incorporate maps to show weather patterns globally in an engaging manner.</a:t>
            </a:r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AA534414-0B16-CE34-330D-2FBDEE79B5AB}"/>
              </a:ext>
            </a:extLst>
          </p:cNvPr>
          <p:cNvSpPr txBox="1"/>
          <p:nvPr/>
        </p:nvSpPr>
        <p:spPr>
          <a:xfrm>
            <a:off x="3241476" y="4468416"/>
            <a:ext cx="2350294" cy="323646"/>
          </a:xfrm>
          <a:prstGeom prst="rect">
            <a:avLst/>
          </a:prstGeom>
        </p:spPr>
        <p:txBody>
          <a:bodyPr lIns="0" tIns="15716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ts val="1189"/>
              </a:lnSpc>
              <a:spcBef>
                <a:spcPts val="127"/>
              </a:spcBef>
            </a:pPr>
            <a:r>
              <a:rPr lang="en-US" altLang="en-US" sz="1013">
                <a:solidFill>
                  <a:schemeClr val="bg1"/>
                </a:solidFill>
                <a:cs typeface="Arial" panose="020B0604020202020204" pitchFamily="34" charset="0"/>
              </a:rPr>
              <a:t>Implement animations to represent changes in weather data dynamically.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object 2">
            <a:extLst>
              <a:ext uri="{FF2B5EF4-FFF2-40B4-BE49-F238E27FC236}">
                <a16:creationId xmlns:a16="http://schemas.microsoft.com/office/drawing/2014/main" id="{110E4D12-BEDB-53BB-91CD-EB614AA6A3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948333"/>
            <a:ext cx="1834158" cy="273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7" name="object 3">
            <a:extLst>
              <a:ext uri="{FF2B5EF4-FFF2-40B4-BE49-F238E27FC236}">
                <a16:creationId xmlns:a16="http://schemas.microsoft.com/office/drawing/2014/main" id="{6031E045-C468-9799-0FCC-ED06DC27D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644" y="1422500"/>
            <a:ext cx="2465486" cy="34191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8" name="object 4">
            <a:extLst>
              <a:ext uri="{FF2B5EF4-FFF2-40B4-BE49-F238E27FC236}">
                <a16:creationId xmlns:a16="http://schemas.microsoft.com/office/drawing/2014/main" id="{1F69FB1F-24BD-5D3D-71A6-B85D49CEE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4486" y="2628900"/>
            <a:ext cx="3912096" cy="21984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9" name="object 5">
            <a:extLst>
              <a:ext uri="{FF2B5EF4-FFF2-40B4-BE49-F238E27FC236}">
                <a16:creationId xmlns:a16="http://schemas.microsoft.com/office/drawing/2014/main" id="{AF944391-AB34-CA50-6F29-482AF93FC0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0350" y="2644081"/>
            <a:ext cx="1504652" cy="789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0" name="object 6">
            <a:extLst>
              <a:ext uri="{FF2B5EF4-FFF2-40B4-BE49-F238E27FC236}">
                <a16:creationId xmlns:a16="http://schemas.microsoft.com/office/drawing/2014/main" id="{60E5032D-8853-D744-3FC8-0DB42002CF89}"/>
              </a:ext>
            </a:extLst>
          </p:cNvPr>
          <p:cNvSpPr>
            <a:spLocks/>
          </p:cNvSpPr>
          <p:nvPr/>
        </p:nvSpPr>
        <p:spPr bwMode="auto">
          <a:xfrm>
            <a:off x="8570714" y="4482703"/>
            <a:ext cx="0" cy="344686"/>
          </a:xfrm>
          <a:custGeom>
            <a:avLst/>
            <a:gdLst>
              <a:gd name="T0" fmla="*/ 612986 h 613409"/>
              <a:gd name="T1" fmla="*/ 0 h 613409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613409">
                <a:moveTo>
                  <a:pt x="0" y="612986"/>
                </a:moveTo>
                <a:lnTo>
                  <a:pt x="0" y="0"/>
                </a:lnTo>
              </a:path>
            </a:pathLst>
          </a:custGeom>
          <a:noFill/>
          <a:ln w="25479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sz="1013">
              <a:solidFill>
                <a:schemeClr val="bg1"/>
              </a:solidFill>
            </a:endParaRPr>
          </a:p>
        </p:txBody>
      </p:sp>
      <p:sp>
        <p:nvSpPr>
          <p:cNvPr id="26631" name="object 7">
            <a:extLst>
              <a:ext uri="{FF2B5EF4-FFF2-40B4-BE49-F238E27FC236}">
                <a16:creationId xmlns:a16="http://schemas.microsoft.com/office/drawing/2014/main" id="{6942C603-FE74-95DA-691A-44A265F09DA5}"/>
              </a:ext>
            </a:extLst>
          </p:cNvPr>
          <p:cNvSpPr>
            <a:spLocks/>
          </p:cNvSpPr>
          <p:nvPr/>
        </p:nvSpPr>
        <p:spPr bwMode="auto">
          <a:xfrm>
            <a:off x="8570714" y="3433466"/>
            <a:ext cx="0" cy="934045"/>
          </a:xfrm>
          <a:custGeom>
            <a:avLst/>
            <a:gdLst>
              <a:gd name="T0" fmla="*/ 1660172 h 1660525"/>
              <a:gd name="T1" fmla="*/ 0 h 1660525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1660525">
                <a:moveTo>
                  <a:pt x="0" y="1660172"/>
                </a:moveTo>
                <a:lnTo>
                  <a:pt x="0" y="0"/>
                </a:lnTo>
              </a:path>
            </a:pathLst>
          </a:custGeom>
          <a:noFill/>
          <a:ln w="25479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sz="1013">
              <a:solidFill>
                <a:schemeClr val="bg1"/>
              </a:solidFill>
            </a:endParaRPr>
          </a:p>
        </p:txBody>
      </p:sp>
      <p:sp>
        <p:nvSpPr>
          <p:cNvPr id="26632" name="object 8">
            <a:extLst>
              <a:ext uri="{FF2B5EF4-FFF2-40B4-BE49-F238E27FC236}">
                <a16:creationId xmlns:a16="http://schemas.microsoft.com/office/drawing/2014/main" id="{762892EA-A75B-1C9E-8CFE-B54DE193D351}"/>
              </a:ext>
            </a:extLst>
          </p:cNvPr>
          <p:cNvSpPr>
            <a:spLocks/>
          </p:cNvSpPr>
          <p:nvPr/>
        </p:nvSpPr>
        <p:spPr bwMode="auto">
          <a:xfrm>
            <a:off x="8850214" y="2945011"/>
            <a:ext cx="0" cy="1882378"/>
          </a:xfrm>
          <a:custGeom>
            <a:avLst/>
            <a:gdLst>
              <a:gd name="T0" fmla="*/ 3345886 h 3346450"/>
              <a:gd name="T1" fmla="*/ 0 h 3346450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3346450">
                <a:moveTo>
                  <a:pt x="0" y="3345886"/>
                </a:moveTo>
                <a:lnTo>
                  <a:pt x="0" y="0"/>
                </a:lnTo>
              </a:path>
            </a:pathLst>
          </a:custGeom>
          <a:noFill/>
          <a:ln w="5095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sz="1013">
              <a:solidFill>
                <a:schemeClr val="bg1"/>
              </a:solidFill>
            </a:endParaRPr>
          </a:p>
        </p:txBody>
      </p:sp>
      <p:sp>
        <p:nvSpPr>
          <p:cNvPr id="26633" name="object 9">
            <a:extLst>
              <a:ext uri="{FF2B5EF4-FFF2-40B4-BE49-F238E27FC236}">
                <a16:creationId xmlns:a16="http://schemas.microsoft.com/office/drawing/2014/main" id="{B152E71A-1C12-B7F0-4A89-A9219EB5C379}"/>
              </a:ext>
            </a:extLst>
          </p:cNvPr>
          <p:cNvSpPr>
            <a:spLocks/>
          </p:cNvSpPr>
          <p:nvPr/>
        </p:nvSpPr>
        <p:spPr bwMode="auto">
          <a:xfrm>
            <a:off x="6248995" y="1034951"/>
            <a:ext cx="845642" cy="0"/>
          </a:xfrm>
          <a:custGeom>
            <a:avLst/>
            <a:gdLst>
              <a:gd name="T0" fmla="*/ 0 w 1503679"/>
              <a:gd name="T1" fmla="*/ 1503283 w 1503679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1503679">
                <a:moveTo>
                  <a:pt x="0" y="0"/>
                </a:moveTo>
                <a:lnTo>
                  <a:pt x="1503283" y="0"/>
                </a:lnTo>
              </a:path>
            </a:pathLst>
          </a:custGeom>
          <a:noFill/>
          <a:ln w="1277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sz="1013">
              <a:solidFill>
                <a:schemeClr val="bg1"/>
              </a:solidFill>
            </a:endParaRPr>
          </a:p>
        </p:txBody>
      </p:sp>
      <p:sp>
        <p:nvSpPr>
          <p:cNvPr id="26634" name="object 10">
            <a:extLst>
              <a:ext uri="{FF2B5EF4-FFF2-40B4-BE49-F238E27FC236}">
                <a16:creationId xmlns:a16="http://schemas.microsoft.com/office/drawing/2014/main" id="{BDD85AF0-8735-32C4-C7DC-12D9D2CCAA24}"/>
              </a:ext>
            </a:extLst>
          </p:cNvPr>
          <p:cNvSpPr>
            <a:spLocks/>
          </p:cNvSpPr>
          <p:nvPr/>
        </p:nvSpPr>
        <p:spPr bwMode="auto">
          <a:xfrm>
            <a:off x="2952155" y="1034951"/>
            <a:ext cx="845642" cy="0"/>
          </a:xfrm>
          <a:custGeom>
            <a:avLst/>
            <a:gdLst>
              <a:gd name="T0" fmla="*/ 0 w 1503679"/>
              <a:gd name="T1" fmla="*/ 1503283 w 1503679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1503679">
                <a:moveTo>
                  <a:pt x="0" y="0"/>
                </a:moveTo>
                <a:lnTo>
                  <a:pt x="1503283" y="0"/>
                </a:lnTo>
              </a:path>
            </a:pathLst>
          </a:custGeom>
          <a:noFill/>
          <a:ln w="1277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sz="1013">
              <a:solidFill>
                <a:schemeClr val="bg1"/>
              </a:solidFill>
            </a:endParaRPr>
          </a:p>
        </p:txBody>
      </p:sp>
      <p:sp>
        <p:nvSpPr>
          <p:cNvPr id="26635" name="object 11">
            <a:extLst>
              <a:ext uri="{FF2B5EF4-FFF2-40B4-BE49-F238E27FC236}">
                <a16:creationId xmlns:a16="http://schemas.microsoft.com/office/drawing/2014/main" id="{6CFDA6B0-E0AE-8AAE-007F-3033E78E3F1C}"/>
              </a:ext>
            </a:extLst>
          </p:cNvPr>
          <p:cNvSpPr>
            <a:spLocks/>
          </p:cNvSpPr>
          <p:nvPr/>
        </p:nvSpPr>
        <p:spPr bwMode="auto">
          <a:xfrm>
            <a:off x="6248995" y="1946672"/>
            <a:ext cx="845642" cy="0"/>
          </a:xfrm>
          <a:custGeom>
            <a:avLst/>
            <a:gdLst>
              <a:gd name="T0" fmla="*/ 0 w 1503679"/>
              <a:gd name="T1" fmla="*/ 1503283 w 1503679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1503679">
                <a:moveTo>
                  <a:pt x="0" y="0"/>
                </a:moveTo>
                <a:lnTo>
                  <a:pt x="1503283" y="0"/>
                </a:lnTo>
              </a:path>
            </a:pathLst>
          </a:custGeom>
          <a:noFill/>
          <a:ln w="1277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sz="1013">
              <a:solidFill>
                <a:schemeClr val="bg1"/>
              </a:solidFill>
            </a:endParaRPr>
          </a:p>
        </p:txBody>
      </p:sp>
      <p:sp>
        <p:nvSpPr>
          <p:cNvPr id="26636" name="object 12">
            <a:extLst>
              <a:ext uri="{FF2B5EF4-FFF2-40B4-BE49-F238E27FC236}">
                <a16:creationId xmlns:a16="http://schemas.microsoft.com/office/drawing/2014/main" id="{0A3511AC-911F-F320-CFAA-46724BD138DC}"/>
              </a:ext>
            </a:extLst>
          </p:cNvPr>
          <p:cNvSpPr>
            <a:spLocks/>
          </p:cNvSpPr>
          <p:nvPr/>
        </p:nvSpPr>
        <p:spPr bwMode="auto">
          <a:xfrm>
            <a:off x="2952155" y="1946672"/>
            <a:ext cx="845642" cy="0"/>
          </a:xfrm>
          <a:custGeom>
            <a:avLst/>
            <a:gdLst>
              <a:gd name="T0" fmla="*/ 0 w 1503679"/>
              <a:gd name="T1" fmla="*/ 1503283 w 1503679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1503679">
                <a:moveTo>
                  <a:pt x="0" y="0"/>
                </a:moveTo>
                <a:lnTo>
                  <a:pt x="1503283" y="0"/>
                </a:lnTo>
              </a:path>
            </a:pathLst>
          </a:custGeom>
          <a:noFill/>
          <a:ln w="1277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sz="1013">
              <a:solidFill>
                <a:schemeClr val="bg1"/>
              </a:solidFill>
            </a:endParaRPr>
          </a:p>
        </p:txBody>
      </p:sp>
      <p:sp>
        <p:nvSpPr>
          <p:cNvPr id="26637" name="object 13">
            <a:extLst>
              <a:ext uri="{FF2B5EF4-FFF2-40B4-BE49-F238E27FC236}">
                <a16:creationId xmlns:a16="http://schemas.microsoft.com/office/drawing/2014/main" id="{818C8F28-4D23-AB86-8E9E-419E80EE7F56}"/>
              </a:ext>
            </a:extLst>
          </p:cNvPr>
          <p:cNvSpPr>
            <a:spLocks/>
          </p:cNvSpPr>
          <p:nvPr/>
        </p:nvSpPr>
        <p:spPr bwMode="auto">
          <a:xfrm>
            <a:off x="8585002" y="2967335"/>
            <a:ext cx="286643" cy="0"/>
          </a:xfrm>
          <a:custGeom>
            <a:avLst/>
            <a:gdLst>
              <a:gd name="T0" fmla="*/ 0 w 509905"/>
              <a:gd name="T1" fmla="*/ 509587 w 509905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509905">
                <a:moveTo>
                  <a:pt x="0" y="0"/>
                </a:moveTo>
                <a:lnTo>
                  <a:pt x="509587" y="0"/>
                </a:lnTo>
              </a:path>
            </a:pathLst>
          </a:custGeom>
          <a:noFill/>
          <a:ln w="25541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sz="1013">
              <a:solidFill>
                <a:schemeClr val="bg1"/>
              </a:solidFill>
            </a:endParaRPr>
          </a:p>
        </p:txBody>
      </p:sp>
      <p:sp>
        <p:nvSpPr>
          <p:cNvPr id="26638" name="object 14">
            <a:extLst>
              <a:ext uri="{FF2B5EF4-FFF2-40B4-BE49-F238E27FC236}">
                <a16:creationId xmlns:a16="http://schemas.microsoft.com/office/drawing/2014/main" id="{2A15F3F6-AD29-E850-7495-98C4E7B5AAA0}"/>
              </a:ext>
            </a:extLst>
          </p:cNvPr>
          <p:cNvSpPr>
            <a:spLocks/>
          </p:cNvSpPr>
          <p:nvPr/>
        </p:nvSpPr>
        <p:spPr bwMode="auto">
          <a:xfrm>
            <a:off x="7467005" y="4590753"/>
            <a:ext cx="243781" cy="0"/>
          </a:xfrm>
          <a:custGeom>
            <a:avLst/>
            <a:gdLst>
              <a:gd name="T0" fmla="*/ 0 w 433705"/>
              <a:gd name="T1" fmla="*/ 433149 w 433705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433705">
                <a:moveTo>
                  <a:pt x="0" y="0"/>
                </a:moveTo>
                <a:lnTo>
                  <a:pt x="433149" y="0"/>
                </a:lnTo>
              </a:path>
            </a:pathLst>
          </a:custGeom>
          <a:noFill/>
          <a:ln w="25541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sz="1013">
              <a:solidFill>
                <a:schemeClr val="bg1"/>
              </a:solidFill>
            </a:endParaRPr>
          </a:p>
        </p:txBody>
      </p:sp>
      <p:sp>
        <p:nvSpPr>
          <p:cNvPr id="26639" name="object 15">
            <a:extLst>
              <a:ext uri="{FF2B5EF4-FFF2-40B4-BE49-F238E27FC236}">
                <a16:creationId xmlns:a16="http://schemas.microsoft.com/office/drawing/2014/main" id="{1C764F46-F314-A928-5D47-A906DB692847}"/>
              </a:ext>
            </a:extLst>
          </p:cNvPr>
          <p:cNvSpPr>
            <a:spLocks/>
          </p:cNvSpPr>
          <p:nvPr/>
        </p:nvSpPr>
        <p:spPr bwMode="auto">
          <a:xfrm>
            <a:off x="6950869" y="4612184"/>
            <a:ext cx="343793" cy="0"/>
          </a:xfrm>
          <a:custGeom>
            <a:avLst/>
            <a:gdLst>
              <a:gd name="T0" fmla="*/ 0 w 611504"/>
              <a:gd name="T1" fmla="*/ 611504 w 611504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611504">
                <a:moveTo>
                  <a:pt x="0" y="0"/>
                </a:moveTo>
                <a:lnTo>
                  <a:pt x="611504" y="0"/>
                </a:lnTo>
              </a:path>
            </a:pathLst>
          </a:custGeom>
          <a:noFill/>
          <a:ln w="1277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sz="1013">
              <a:solidFill>
                <a:schemeClr val="bg1"/>
              </a:solidFill>
            </a:endParaRPr>
          </a:p>
        </p:txBody>
      </p:sp>
      <p:sp>
        <p:nvSpPr>
          <p:cNvPr id="26640" name="object 16">
            <a:extLst>
              <a:ext uri="{FF2B5EF4-FFF2-40B4-BE49-F238E27FC236}">
                <a16:creationId xmlns:a16="http://schemas.microsoft.com/office/drawing/2014/main" id="{9252E396-4C72-909D-5944-8E67B3B6A658}"/>
              </a:ext>
            </a:extLst>
          </p:cNvPr>
          <p:cNvSpPr>
            <a:spLocks/>
          </p:cNvSpPr>
          <p:nvPr/>
        </p:nvSpPr>
        <p:spPr bwMode="auto">
          <a:xfrm>
            <a:off x="6936581" y="4805958"/>
            <a:ext cx="1935064" cy="0"/>
          </a:xfrm>
          <a:custGeom>
            <a:avLst/>
            <a:gdLst>
              <a:gd name="T0" fmla="*/ 0 w 3439794"/>
              <a:gd name="T1" fmla="*/ 3439715 w 3439794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3439794">
                <a:moveTo>
                  <a:pt x="0" y="0"/>
                </a:moveTo>
                <a:lnTo>
                  <a:pt x="3439715" y="0"/>
                </a:lnTo>
              </a:path>
            </a:pathLst>
          </a:custGeom>
          <a:noFill/>
          <a:ln w="51082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sz="1013">
              <a:solidFill>
                <a:schemeClr val="bg1"/>
              </a:solidFill>
            </a:endParaRPr>
          </a:p>
        </p:txBody>
      </p:sp>
      <p:sp>
        <p:nvSpPr>
          <p:cNvPr id="26641" name="object 17">
            <a:extLst>
              <a:ext uri="{FF2B5EF4-FFF2-40B4-BE49-F238E27FC236}">
                <a16:creationId xmlns:a16="http://schemas.microsoft.com/office/drawing/2014/main" id="{522FFBBA-6687-279E-4E82-A149C6C7FB5A}"/>
              </a:ext>
            </a:extLst>
          </p:cNvPr>
          <p:cNvSpPr>
            <a:spLocks/>
          </p:cNvSpPr>
          <p:nvPr/>
        </p:nvSpPr>
        <p:spPr bwMode="auto">
          <a:xfrm>
            <a:off x="4958656" y="4813102"/>
            <a:ext cx="1849338" cy="0"/>
          </a:xfrm>
          <a:custGeom>
            <a:avLst/>
            <a:gdLst>
              <a:gd name="T0" fmla="*/ 0 w 3287395"/>
              <a:gd name="T1" fmla="*/ 3286839 w 3287395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3287395">
                <a:moveTo>
                  <a:pt x="0" y="0"/>
                </a:moveTo>
                <a:lnTo>
                  <a:pt x="3286839" y="0"/>
                </a:lnTo>
              </a:path>
            </a:pathLst>
          </a:custGeom>
          <a:noFill/>
          <a:ln w="25541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sz="1013">
              <a:solidFill>
                <a:schemeClr val="bg1"/>
              </a:solidFill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5F9D9BEE-BE71-9367-6279-07B06F9DA3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8261" y="111920"/>
            <a:ext cx="6447501" cy="990600"/>
          </a:xfrm>
        </p:spPr>
        <p:txBody>
          <a:bodyPr vert="horz" lIns="91440" tIns="40898" rIns="91440" bIns="45720" rtlCol="0" anchor="t">
            <a:normAutofit/>
          </a:bodyPr>
          <a:lstStyle/>
          <a:p>
            <a:pPr marL="17859">
              <a:spcBef>
                <a:spcPts val="68"/>
              </a:spcBef>
              <a:defRPr/>
            </a:pPr>
            <a:r>
              <a:rPr sz="2250" spc="70" dirty="0">
                <a:solidFill>
                  <a:schemeClr val="bg1"/>
                </a:solidFill>
              </a:rPr>
              <a:t>Potential</a:t>
            </a:r>
            <a:r>
              <a:rPr sz="2250" spc="143" dirty="0">
                <a:solidFill>
                  <a:schemeClr val="bg1"/>
                </a:solidFill>
              </a:rPr>
              <a:t> </a:t>
            </a:r>
            <a:r>
              <a:rPr sz="2250" spc="104" dirty="0">
                <a:solidFill>
                  <a:schemeClr val="bg1"/>
                </a:solidFill>
              </a:rPr>
              <a:t>Enhancements</a:t>
            </a:r>
            <a:r>
              <a:rPr sz="2250" spc="309" dirty="0">
                <a:solidFill>
                  <a:schemeClr val="bg1"/>
                </a:solidFill>
              </a:rPr>
              <a:t> </a:t>
            </a:r>
            <a:r>
              <a:rPr sz="2250" dirty="0">
                <a:solidFill>
                  <a:schemeClr val="bg1"/>
                </a:solidFill>
              </a:rPr>
              <a:t>for</a:t>
            </a:r>
            <a:r>
              <a:rPr sz="2250" spc="51" dirty="0">
                <a:solidFill>
                  <a:schemeClr val="bg1"/>
                </a:solidFill>
              </a:rPr>
              <a:t> </a:t>
            </a:r>
            <a:r>
              <a:rPr sz="2250" dirty="0">
                <a:solidFill>
                  <a:schemeClr val="bg1"/>
                </a:solidFill>
              </a:rPr>
              <a:t>Future</a:t>
            </a:r>
            <a:r>
              <a:rPr sz="2250" spc="250" dirty="0">
                <a:solidFill>
                  <a:schemeClr val="bg1"/>
                </a:solidFill>
              </a:rPr>
              <a:t> </a:t>
            </a:r>
            <a:r>
              <a:rPr sz="2250" spc="-28" dirty="0">
                <a:solidFill>
                  <a:schemeClr val="bg1"/>
                </a:solidFill>
              </a:rPr>
              <a:t>Versions</a:t>
            </a:r>
            <a:endParaRPr sz="2250" dirty="0">
              <a:solidFill>
                <a:schemeClr val="bg1"/>
              </a:solidFill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A464E33E-4D57-57EB-8E1D-20AA61BD1E4B}"/>
              </a:ext>
            </a:extLst>
          </p:cNvPr>
          <p:cNvSpPr txBox="1"/>
          <p:nvPr/>
        </p:nvSpPr>
        <p:spPr>
          <a:xfrm>
            <a:off x="2969121" y="736700"/>
            <a:ext cx="1256407" cy="202732"/>
          </a:xfrm>
          <a:prstGeom prst="rect">
            <a:avLst/>
          </a:prstGeom>
        </p:spPr>
        <p:txBody>
          <a:bodyPr lIns="0" tIns="7858" rIns="0" bIns="0">
            <a:spAutoFit/>
          </a:bodyPr>
          <a:lstStyle/>
          <a:p>
            <a:pPr marL="7144">
              <a:spcBef>
                <a:spcPts val="62"/>
              </a:spcBef>
              <a:defRPr/>
            </a:pPr>
            <a:r>
              <a:rPr sz="1266" b="1" kern="0" spc="-101" dirty="0">
                <a:solidFill>
                  <a:schemeClr val="bg1"/>
                </a:solidFill>
                <a:latin typeface="Arial"/>
                <a:cs typeface="Arial"/>
              </a:rPr>
              <a:t>User</a:t>
            </a:r>
            <a:r>
              <a:rPr sz="1266" b="1" kern="0" spc="-73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66" b="1" kern="0" spc="-48" dirty="0">
                <a:solidFill>
                  <a:schemeClr val="bg1"/>
                </a:solidFill>
                <a:latin typeface="Arial"/>
                <a:cs typeface="Arial"/>
              </a:rPr>
              <a:t>Notifications</a:t>
            </a:r>
            <a:endParaRPr sz="1266" kern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5FE31261-B904-6D30-8A91-CBE13F3F7D5E}"/>
              </a:ext>
            </a:extLst>
          </p:cNvPr>
          <p:cNvSpPr txBox="1"/>
          <p:nvPr/>
        </p:nvSpPr>
        <p:spPr>
          <a:xfrm>
            <a:off x="6251674" y="729556"/>
            <a:ext cx="1549301" cy="202732"/>
          </a:xfrm>
          <a:prstGeom prst="rect">
            <a:avLst/>
          </a:prstGeom>
        </p:spPr>
        <p:txBody>
          <a:bodyPr lIns="0" tIns="7858" rIns="0" bIns="0">
            <a:spAutoFit/>
          </a:bodyPr>
          <a:lstStyle/>
          <a:p>
            <a:pPr marL="7144">
              <a:spcBef>
                <a:spcPts val="62"/>
              </a:spcBef>
              <a:defRPr/>
            </a:pPr>
            <a:r>
              <a:rPr sz="1266" b="1" kern="0" dirty="0">
                <a:solidFill>
                  <a:schemeClr val="bg1"/>
                </a:solidFill>
                <a:latin typeface="Arial"/>
                <a:cs typeface="Arial"/>
              </a:rPr>
              <a:t>Mobile</a:t>
            </a:r>
            <a:r>
              <a:rPr sz="1266" b="1" kern="0" spc="-6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66" b="1" kern="0" spc="-23" dirty="0">
                <a:solidFill>
                  <a:schemeClr val="bg1"/>
                </a:solidFill>
                <a:latin typeface="Arial"/>
                <a:cs typeface="Arial"/>
              </a:rPr>
              <a:t>Compatibility</a:t>
            </a:r>
            <a:endParaRPr sz="1266" kern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A3685832-5DB5-4723-8EA8-24E551925A1D}"/>
              </a:ext>
            </a:extLst>
          </p:cNvPr>
          <p:cNvSpPr txBox="1"/>
          <p:nvPr/>
        </p:nvSpPr>
        <p:spPr>
          <a:xfrm>
            <a:off x="2961978" y="1134964"/>
            <a:ext cx="2425303" cy="323646"/>
          </a:xfrm>
          <a:prstGeom prst="rect">
            <a:avLst/>
          </a:prstGeom>
        </p:spPr>
        <p:txBody>
          <a:bodyPr lIns="0" tIns="15716" rIns="0" bIns="0">
            <a:spAutoFit/>
          </a:bodyPr>
          <a:lstStyle>
            <a:lvl1pPr marL="25400" indent="-142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ts val="1189"/>
              </a:lnSpc>
              <a:spcBef>
                <a:spcPts val="127"/>
              </a:spcBef>
            </a:pPr>
            <a:r>
              <a:rPr lang="en-US" altLang="en-US" sz="1013">
                <a:solidFill>
                  <a:schemeClr val="bg1"/>
                </a:solidFill>
                <a:cs typeface="Arial" panose="020B0604020202020204" pitchFamily="34" charset="0"/>
              </a:rPr>
              <a:t>Implement personalized notifications for severe weather alerts.</a:t>
            </a: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0FDEBD99-5A0B-718C-1184-232973A26DBE}"/>
              </a:ext>
            </a:extLst>
          </p:cNvPr>
          <p:cNvSpPr txBox="1"/>
          <p:nvPr/>
        </p:nvSpPr>
        <p:spPr>
          <a:xfrm>
            <a:off x="2962871" y="1641277"/>
            <a:ext cx="1797546" cy="202732"/>
          </a:xfrm>
          <a:prstGeom prst="rect">
            <a:avLst/>
          </a:prstGeom>
        </p:spPr>
        <p:txBody>
          <a:bodyPr lIns="0" tIns="7858" rIns="0" bIns="0">
            <a:spAutoFit/>
          </a:bodyPr>
          <a:lstStyle/>
          <a:p>
            <a:pPr marL="7144">
              <a:spcBef>
                <a:spcPts val="62"/>
              </a:spcBef>
              <a:defRPr/>
            </a:pPr>
            <a:r>
              <a:rPr sz="1266" b="1" kern="0" spc="-6" dirty="0">
                <a:solidFill>
                  <a:schemeClr val="bg1"/>
                </a:solidFill>
                <a:latin typeface="Arial"/>
                <a:cs typeface="Arial"/>
              </a:rPr>
              <a:t>Multi-Language</a:t>
            </a:r>
            <a:r>
              <a:rPr sz="1266" b="1" kern="0" spc="-15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66" b="1" kern="0" spc="-39" dirty="0">
                <a:solidFill>
                  <a:schemeClr val="bg1"/>
                </a:solidFill>
                <a:latin typeface="Arial"/>
                <a:cs typeface="Arial"/>
              </a:rPr>
              <a:t>Support</a:t>
            </a:r>
            <a:endParaRPr sz="1266" kern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EBE37BB6-1C2E-D553-AF00-2D5C10CDAFC9}"/>
              </a:ext>
            </a:extLst>
          </p:cNvPr>
          <p:cNvSpPr txBox="1"/>
          <p:nvPr/>
        </p:nvSpPr>
        <p:spPr>
          <a:xfrm>
            <a:off x="6258818" y="1134964"/>
            <a:ext cx="2475309" cy="323646"/>
          </a:xfrm>
          <a:prstGeom prst="rect">
            <a:avLst/>
          </a:prstGeom>
        </p:spPr>
        <p:txBody>
          <a:bodyPr lIns="0" tIns="15716" rIns="0" bIns="0">
            <a:spAutoFit/>
          </a:bodyPr>
          <a:lstStyle>
            <a:lvl1pPr marL="12700" indent="15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ts val="1189"/>
              </a:lnSpc>
              <a:spcBef>
                <a:spcPts val="127"/>
              </a:spcBef>
            </a:pPr>
            <a:r>
              <a:rPr lang="en-US" altLang="en-US" sz="1013">
                <a:solidFill>
                  <a:schemeClr val="bg1"/>
                </a:solidFill>
                <a:cs typeface="Arial" panose="020B0604020202020204" pitchFamily="34" charset="0"/>
              </a:rPr>
              <a:t>Develop a mobile application version for on-the-go access.</a:t>
            </a:r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8D381759-6082-D83A-5989-C28CD5A7C090}"/>
              </a:ext>
            </a:extLst>
          </p:cNvPr>
          <p:cNvSpPr txBox="1"/>
          <p:nvPr/>
        </p:nvSpPr>
        <p:spPr>
          <a:xfrm>
            <a:off x="6258819" y="1641277"/>
            <a:ext cx="1093886" cy="202732"/>
          </a:xfrm>
          <a:prstGeom prst="rect">
            <a:avLst/>
          </a:prstGeom>
        </p:spPr>
        <p:txBody>
          <a:bodyPr lIns="0" tIns="7858" rIns="0" bIns="0">
            <a:spAutoFit/>
          </a:bodyPr>
          <a:lstStyle/>
          <a:p>
            <a:pPr marL="7144">
              <a:spcBef>
                <a:spcPts val="62"/>
              </a:spcBef>
              <a:defRPr/>
            </a:pPr>
            <a:r>
              <a:rPr sz="1266" b="1" kern="0" spc="-64" dirty="0">
                <a:solidFill>
                  <a:schemeClr val="bg1"/>
                </a:solidFill>
                <a:latin typeface="Arial"/>
                <a:cs typeface="Arial"/>
              </a:rPr>
              <a:t>Historical</a:t>
            </a:r>
            <a:r>
              <a:rPr sz="1266" b="1" kern="0" spc="-39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66" b="1" kern="0" spc="53" dirty="0">
                <a:solidFill>
                  <a:schemeClr val="bg1"/>
                </a:solidFill>
                <a:latin typeface="Arial"/>
                <a:cs typeface="Arial"/>
              </a:rPr>
              <a:t>Data</a:t>
            </a:r>
            <a:endParaRPr sz="1266" kern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113A5DAF-3FC0-F626-0FA8-AF4A1AA26704}"/>
              </a:ext>
            </a:extLst>
          </p:cNvPr>
          <p:cNvSpPr txBox="1"/>
          <p:nvPr/>
        </p:nvSpPr>
        <p:spPr>
          <a:xfrm>
            <a:off x="2969121" y="2047578"/>
            <a:ext cx="2074366" cy="323646"/>
          </a:xfrm>
          <a:prstGeom prst="rect">
            <a:avLst/>
          </a:prstGeom>
        </p:spPr>
        <p:txBody>
          <a:bodyPr lIns="0" tIns="15716" rIns="0" bIns="0">
            <a:spAutoFit/>
          </a:bodyPr>
          <a:lstStyle>
            <a:lvl1pPr marL="12700" indent="79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ts val="1189"/>
              </a:lnSpc>
              <a:spcBef>
                <a:spcPts val="127"/>
              </a:spcBef>
            </a:pPr>
            <a:r>
              <a:rPr lang="en-US" altLang="en-US" sz="1013">
                <a:solidFill>
                  <a:schemeClr val="bg1"/>
                </a:solidFill>
                <a:cs typeface="Arial" panose="020B0604020202020204" pitchFamily="34" charset="0"/>
              </a:rPr>
              <a:t>Add language optionsto increase accessibility for global users.</a:t>
            </a:r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3D8630AA-1828-32F1-8A84-084F5B3EA043}"/>
              </a:ext>
            </a:extLst>
          </p:cNvPr>
          <p:cNvSpPr txBox="1"/>
          <p:nvPr/>
        </p:nvSpPr>
        <p:spPr>
          <a:xfrm>
            <a:off x="4266605" y="3871913"/>
            <a:ext cx="1992214" cy="1074757"/>
          </a:xfrm>
          <a:prstGeom prst="rect">
            <a:avLst/>
          </a:prstGeom>
        </p:spPr>
        <p:txBody>
          <a:bodyPr lIns="0" tIns="11787" rIns="0" bIns="0">
            <a:spAutoFit/>
          </a:bodyPr>
          <a:lstStyle>
            <a:lvl1pPr marL="30163" indent="-174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9000"/>
              </a:lnSpc>
              <a:spcBef>
                <a:spcPts val="92"/>
              </a:spcBef>
            </a:pPr>
            <a:r>
              <a:rPr lang="en-US" altLang="en-US" sz="1744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design and develop experiences </a:t>
            </a:r>
            <a:r>
              <a:rPr lang="en-US" altLang="en-US" sz="1519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make </a:t>
            </a:r>
            <a:r>
              <a:rPr lang="en-US" altLang="en-US" sz="1688" b="1">
                <a:solidFill>
                  <a:schemeClr val="bg1"/>
                </a:solidFill>
                <a:cs typeface="Arial" panose="020B0604020202020204" pitchFamily="34" charset="0"/>
              </a:rPr>
              <a:t>people's </a:t>
            </a:r>
            <a:r>
              <a:rPr lang="en-US" altLang="en-US" sz="1744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lives simple.</a:t>
            </a:r>
            <a:endParaRPr lang="en-US" altLang="en-US" sz="1744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11D97404-29A6-3885-42B4-0DD370C0207A}"/>
              </a:ext>
            </a:extLst>
          </p:cNvPr>
          <p:cNvSpPr txBox="1"/>
          <p:nvPr/>
        </p:nvSpPr>
        <p:spPr>
          <a:xfrm>
            <a:off x="6257925" y="2047578"/>
            <a:ext cx="2555677" cy="323646"/>
          </a:xfrm>
          <a:prstGeom prst="rect">
            <a:avLst/>
          </a:prstGeom>
        </p:spPr>
        <p:txBody>
          <a:bodyPr lIns="0" tIns="15716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ts val="1189"/>
              </a:lnSpc>
              <a:spcBef>
                <a:spcPts val="127"/>
              </a:spcBef>
            </a:pPr>
            <a:r>
              <a:rPr lang="en-US" altLang="en-US" sz="1013">
                <a:solidFill>
                  <a:schemeClr val="bg1"/>
                </a:solidFill>
                <a:cs typeface="Arial" panose="020B0604020202020204" pitchFamily="34" charset="0"/>
              </a:rPr>
              <a:t>Include functionality to view past weather data trends.</a:t>
            </a: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6E527F3F-A760-626A-B6A1-09A671FB546B}"/>
              </a:ext>
            </a:extLst>
          </p:cNvPr>
          <p:cNvSpPr txBox="1"/>
          <p:nvPr/>
        </p:nvSpPr>
        <p:spPr>
          <a:xfrm>
            <a:off x="4046935" y="3649564"/>
            <a:ext cx="59829" cy="76824"/>
          </a:xfrm>
          <a:prstGeom prst="rect">
            <a:avLst/>
          </a:prstGeom>
        </p:spPr>
        <p:txBody>
          <a:bodyPr lIns="0" tIns="7501" rIns="0" bIns="0">
            <a:spAutoFit/>
          </a:bodyPr>
          <a:lstStyle/>
          <a:p>
            <a:pPr marL="7144">
              <a:spcBef>
                <a:spcPts val="59"/>
              </a:spcBef>
              <a:defRPr/>
            </a:pPr>
            <a:r>
              <a:rPr sz="450" kern="0" spc="11" dirty="0">
                <a:solidFill>
                  <a:schemeClr val="bg1"/>
                </a:solidFill>
                <a:latin typeface="Times New Roman"/>
                <a:cs typeface="Times New Roman"/>
              </a:rPr>
              <a:t>&amp;</a:t>
            </a:r>
            <a:endParaRPr sz="450" kern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9837073D-9196-1043-B19F-3EE4D797B31C}"/>
              </a:ext>
            </a:extLst>
          </p:cNvPr>
          <p:cNvSpPr txBox="1"/>
          <p:nvPr/>
        </p:nvSpPr>
        <p:spPr>
          <a:xfrm>
            <a:off x="4227314" y="3653136"/>
            <a:ext cx="308967" cy="72528"/>
          </a:xfrm>
          <a:prstGeom prst="rect">
            <a:avLst/>
          </a:prstGeom>
        </p:spPr>
        <p:txBody>
          <a:bodyPr lIns="0" tIns="7501" rIns="0" bIns="0">
            <a:spAutoFit/>
          </a:bodyPr>
          <a:lstStyle/>
          <a:p>
            <a:pPr marL="7144">
              <a:spcBef>
                <a:spcPts val="59"/>
              </a:spcBef>
              <a:tabLst>
                <a:tab pos="141803" algn="l"/>
              </a:tabLst>
              <a:defRPr/>
            </a:pPr>
            <a:r>
              <a:rPr sz="422" b="1" kern="0" spc="-14" dirty="0">
                <a:solidFill>
                  <a:schemeClr val="bg1"/>
                </a:solidFill>
                <a:latin typeface="Times New Roman"/>
                <a:cs typeface="Times New Roman"/>
              </a:rPr>
              <a:t>H•</a:t>
            </a:r>
            <a:r>
              <a:rPr sz="422" b="1" kern="0" dirty="0">
                <a:solidFill>
                  <a:schemeClr val="bg1"/>
                </a:solidFill>
                <a:latin typeface="Times New Roman"/>
                <a:cs typeface="Times New Roman"/>
              </a:rPr>
              <a:t>	</a:t>
            </a:r>
            <a:r>
              <a:rPr sz="281" b="1" kern="0" dirty="0">
                <a:solidFill>
                  <a:schemeClr val="bg1"/>
                </a:solidFill>
                <a:latin typeface="Times New Roman"/>
                <a:cs typeface="Times New Roman"/>
              </a:rPr>
              <a:t>1</a:t>
            </a:r>
            <a:r>
              <a:rPr sz="281" b="1" kern="0" spc="172" dirty="0">
                <a:solidFill>
                  <a:schemeClr val="bg1"/>
                </a:solidFill>
                <a:latin typeface="Times New Roman"/>
                <a:cs typeface="Times New Roman"/>
              </a:rPr>
              <a:t>  </a:t>
            </a:r>
            <a:r>
              <a:rPr sz="422" b="1" kern="0" spc="-14" dirty="0">
                <a:solidFill>
                  <a:schemeClr val="bg1"/>
                </a:solidFill>
                <a:latin typeface="Times New Roman"/>
                <a:cs typeface="Times New Roman"/>
              </a:rPr>
              <a:t>lOI</a:t>
            </a:r>
            <a:endParaRPr sz="422" kern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8" name="object 2">
            <a:extLst>
              <a:ext uri="{FF2B5EF4-FFF2-40B4-BE49-F238E27FC236}">
                <a16:creationId xmlns:a16="http://schemas.microsoft.com/office/drawing/2014/main" id="{4BE81B75-50D6-6534-9942-308ABF508CE5}"/>
              </a:ext>
            </a:extLst>
          </p:cNvPr>
          <p:cNvGrpSpPr>
            <a:grpSpLocks/>
          </p:cNvGrpSpPr>
          <p:nvPr/>
        </p:nvGrpSpPr>
        <p:grpSpPr bwMode="auto">
          <a:xfrm>
            <a:off x="128588" y="1019770"/>
            <a:ext cx="8858250" cy="3864769"/>
            <a:chOff x="229314" y="1813702"/>
            <a:chExt cx="15746730" cy="6870700"/>
          </a:xfrm>
        </p:grpSpPr>
        <p:pic>
          <p:nvPicPr>
            <p:cNvPr id="29726" name="object 3">
              <a:extLst>
                <a:ext uri="{FF2B5EF4-FFF2-40B4-BE49-F238E27FC236}">
                  <a16:creationId xmlns:a16="http://schemas.microsoft.com/office/drawing/2014/main" id="{0BD88D83-E6E4-D166-D047-FE7DC13531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9314" y="2222359"/>
              <a:ext cx="15746260" cy="6461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727" name="object 4">
              <a:extLst>
                <a:ext uri="{FF2B5EF4-FFF2-40B4-BE49-F238E27FC236}">
                  <a16:creationId xmlns:a16="http://schemas.microsoft.com/office/drawing/2014/main" id="{520F6A74-F7ED-44CC-F17E-6DB5D7C280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31" y="1813702"/>
              <a:ext cx="0" cy="5619115"/>
            </a:xfrm>
            <a:custGeom>
              <a:avLst/>
              <a:gdLst>
                <a:gd name="T0" fmla="*/ 5619046 h 5619115"/>
                <a:gd name="T1" fmla="*/ 0 h 5619115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</a:cxnLst>
              <a:rect l="0" t="0" r="r" b="b"/>
              <a:pathLst>
                <a:path h="5619115">
                  <a:moveTo>
                    <a:pt x="0" y="5619046"/>
                  </a:moveTo>
                  <a:lnTo>
                    <a:pt x="0" y="0"/>
                  </a:lnTo>
                </a:path>
              </a:pathLst>
            </a:custGeom>
            <a:noFill/>
            <a:ln w="38219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IN" sz="1013"/>
            </a:p>
          </p:txBody>
        </p:sp>
        <p:sp>
          <p:nvSpPr>
            <p:cNvPr id="29728" name="object 5">
              <a:extLst>
                <a:ext uri="{FF2B5EF4-FFF2-40B4-BE49-F238E27FC236}">
                  <a16:creationId xmlns:a16="http://schemas.microsoft.com/office/drawing/2014/main" id="{08C4A8F3-2280-DD23-DD46-B7DEB47F48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90645" y="1813702"/>
              <a:ext cx="0" cy="408940"/>
            </a:xfrm>
            <a:custGeom>
              <a:avLst/>
              <a:gdLst>
                <a:gd name="T0" fmla="*/ 408657 h 408939"/>
                <a:gd name="T1" fmla="*/ 0 h 408939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</a:cxnLst>
              <a:rect l="0" t="0" r="r" b="b"/>
              <a:pathLst>
                <a:path h="408939">
                  <a:moveTo>
                    <a:pt x="0" y="408657"/>
                  </a:moveTo>
                  <a:lnTo>
                    <a:pt x="0" y="0"/>
                  </a:lnTo>
                </a:path>
              </a:pathLst>
            </a:custGeom>
            <a:noFill/>
            <a:ln w="5095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IN" sz="1013"/>
            </a:p>
          </p:txBody>
        </p:sp>
        <p:sp>
          <p:nvSpPr>
            <p:cNvPr id="29729" name="object 6">
              <a:extLst>
                <a:ext uri="{FF2B5EF4-FFF2-40B4-BE49-F238E27FC236}">
                  <a16:creationId xmlns:a16="http://schemas.microsoft.com/office/drawing/2014/main" id="{EA62603E-1786-9C0B-1B16-BD3F40E0C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11868" y="5287294"/>
              <a:ext cx="0" cy="1149350"/>
            </a:xfrm>
            <a:custGeom>
              <a:avLst/>
              <a:gdLst>
                <a:gd name="T0" fmla="*/ 1149350 h 1149350"/>
                <a:gd name="T1" fmla="*/ 0 h 1149350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</a:cxnLst>
              <a:rect l="0" t="0" r="r" b="b"/>
              <a:pathLst>
                <a:path h="1149350">
                  <a:moveTo>
                    <a:pt x="0" y="1149350"/>
                  </a:moveTo>
                  <a:lnTo>
                    <a:pt x="0" y="0"/>
                  </a:lnTo>
                </a:path>
              </a:pathLst>
            </a:custGeom>
            <a:noFill/>
            <a:ln w="38219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IN" sz="1013"/>
            </a:p>
          </p:txBody>
        </p:sp>
      </p:grpSp>
      <p:sp>
        <p:nvSpPr>
          <p:cNvPr id="29699" name="object 7">
            <a:extLst>
              <a:ext uri="{FF2B5EF4-FFF2-40B4-BE49-F238E27FC236}">
                <a16:creationId xmlns:a16="http://schemas.microsoft.com/office/drawing/2014/main" id="{1AE1DEDB-C4D6-202D-AEF4-81BF54138B8F}"/>
              </a:ext>
            </a:extLst>
          </p:cNvPr>
          <p:cNvSpPr>
            <a:spLocks/>
          </p:cNvSpPr>
          <p:nvPr/>
        </p:nvSpPr>
        <p:spPr bwMode="auto">
          <a:xfrm>
            <a:off x="9051131" y="0"/>
            <a:ext cx="14288" cy="976908"/>
          </a:xfrm>
          <a:custGeom>
            <a:avLst/>
            <a:gdLst>
              <a:gd name="T0" fmla="*/ 0 w 26034"/>
              <a:gd name="T1" fmla="*/ 0 h 1737360"/>
              <a:gd name="T2" fmla="*/ 25479 w 26034"/>
              <a:gd name="T3" fmla="*/ 0 h 1737360"/>
              <a:gd name="T4" fmla="*/ 25479 w 26034"/>
              <a:gd name="T5" fmla="*/ 1737078 h 1737360"/>
              <a:gd name="T6" fmla="*/ 0 w 26034"/>
              <a:gd name="T7" fmla="*/ 1737078 h 1737360"/>
              <a:gd name="T8" fmla="*/ 0 w 26034"/>
              <a:gd name="T9" fmla="*/ 0 h 17373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6034" h="1737360">
                <a:moveTo>
                  <a:pt x="0" y="0"/>
                </a:moveTo>
                <a:lnTo>
                  <a:pt x="25479" y="0"/>
                </a:lnTo>
                <a:lnTo>
                  <a:pt x="25479" y="1737078"/>
                </a:lnTo>
                <a:lnTo>
                  <a:pt x="0" y="1737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IN" sz="1013"/>
          </a:p>
        </p:txBody>
      </p:sp>
      <p:sp>
        <p:nvSpPr>
          <p:cNvPr id="29700" name="object 8">
            <a:extLst>
              <a:ext uri="{FF2B5EF4-FFF2-40B4-BE49-F238E27FC236}">
                <a16:creationId xmlns:a16="http://schemas.microsoft.com/office/drawing/2014/main" id="{9B841A08-0FF2-26A5-BC35-75420BFB7740}"/>
              </a:ext>
            </a:extLst>
          </p:cNvPr>
          <p:cNvSpPr>
            <a:spLocks/>
          </p:cNvSpPr>
          <p:nvPr/>
        </p:nvSpPr>
        <p:spPr bwMode="auto">
          <a:xfrm>
            <a:off x="172343" y="1027807"/>
            <a:ext cx="7079456" cy="0"/>
          </a:xfrm>
          <a:custGeom>
            <a:avLst/>
            <a:gdLst>
              <a:gd name="T0" fmla="*/ 0 w 12586970"/>
              <a:gd name="T1" fmla="*/ 12586810 w 12586970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12586970">
                <a:moveTo>
                  <a:pt x="0" y="0"/>
                </a:moveTo>
                <a:lnTo>
                  <a:pt x="12586810" y="0"/>
                </a:lnTo>
              </a:path>
            </a:pathLst>
          </a:custGeom>
          <a:noFill/>
          <a:ln w="1277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sz="1013"/>
          </a:p>
        </p:txBody>
      </p:sp>
      <p:sp>
        <p:nvSpPr>
          <p:cNvPr id="29702" name="object 10">
            <a:extLst>
              <a:ext uri="{FF2B5EF4-FFF2-40B4-BE49-F238E27FC236}">
                <a16:creationId xmlns:a16="http://schemas.microsoft.com/office/drawing/2014/main" id="{941AB935-201D-0444-510A-280281677EE3}"/>
              </a:ext>
            </a:extLst>
          </p:cNvPr>
          <p:cNvSpPr>
            <a:spLocks/>
          </p:cNvSpPr>
          <p:nvPr/>
        </p:nvSpPr>
        <p:spPr bwMode="auto">
          <a:xfrm>
            <a:off x="3726359" y="2054721"/>
            <a:ext cx="946547" cy="0"/>
          </a:xfrm>
          <a:custGeom>
            <a:avLst/>
            <a:gdLst>
              <a:gd name="T0" fmla="*/ 0 w 1682115"/>
              <a:gd name="T1" fmla="*/ 1681638 w 1682115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1682115">
                <a:moveTo>
                  <a:pt x="0" y="0"/>
                </a:moveTo>
                <a:lnTo>
                  <a:pt x="1681638" y="0"/>
                </a:lnTo>
              </a:path>
            </a:pathLst>
          </a:custGeom>
          <a:noFill/>
          <a:ln w="1277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sz="1013"/>
          </a:p>
        </p:txBody>
      </p:sp>
      <p:sp>
        <p:nvSpPr>
          <p:cNvPr id="29703" name="object 11">
            <a:extLst>
              <a:ext uri="{FF2B5EF4-FFF2-40B4-BE49-F238E27FC236}">
                <a16:creationId xmlns:a16="http://schemas.microsoft.com/office/drawing/2014/main" id="{D883490A-75AE-BA0E-5F67-963127442C0C}"/>
              </a:ext>
            </a:extLst>
          </p:cNvPr>
          <p:cNvSpPr>
            <a:spLocks/>
          </p:cNvSpPr>
          <p:nvPr/>
        </p:nvSpPr>
        <p:spPr bwMode="auto">
          <a:xfrm>
            <a:off x="831354" y="2054721"/>
            <a:ext cx="945654" cy="0"/>
          </a:xfrm>
          <a:custGeom>
            <a:avLst/>
            <a:gdLst>
              <a:gd name="T0" fmla="*/ 0 w 1682114"/>
              <a:gd name="T1" fmla="*/ 1681638 w 1682114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1682114">
                <a:moveTo>
                  <a:pt x="0" y="0"/>
                </a:moveTo>
                <a:lnTo>
                  <a:pt x="1681638" y="0"/>
                </a:lnTo>
              </a:path>
            </a:pathLst>
          </a:custGeom>
          <a:noFill/>
          <a:ln w="1277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sz="1013"/>
          </a:p>
        </p:txBody>
      </p:sp>
      <p:sp>
        <p:nvSpPr>
          <p:cNvPr id="29704" name="object 12">
            <a:extLst>
              <a:ext uri="{FF2B5EF4-FFF2-40B4-BE49-F238E27FC236}">
                <a16:creationId xmlns:a16="http://schemas.microsoft.com/office/drawing/2014/main" id="{D8D3DFE2-A947-6ECB-4419-D4D233F15BE7}"/>
              </a:ext>
            </a:extLst>
          </p:cNvPr>
          <p:cNvSpPr>
            <a:spLocks/>
          </p:cNvSpPr>
          <p:nvPr/>
        </p:nvSpPr>
        <p:spPr bwMode="auto">
          <a:xfrm>
            <a:off x="3726359" y="3125391"/>
            <a:ext cx="946547" cy="0"/>
          </a:xfrm>
          <a:custGeom>
            <a:avLst/>
            <a:gdLst>
              <a:gd name="T0" fmla="*/ 0 w 1682115"/>
              <a:gd name="T1" fmla="*/ 1681638 w 1682115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1682115">
                <a:moveTo>
                  <a:pt x="0" y="0"/>
                </a:moveTo>
                <a:lnTo>
                  <a:pt x="1681638" y="0"/>
                </a:lnTo>
              </a:path>
            </a:pathLst>
          </a:custGeom>
          <a:noFill/>
          <a:ln w="1277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sz="1013"/>
          </a:p>
        </p:txBody>
      </p:sp>
      <p:sp>
        <p:nvSpPr>
          <p:cNvPr id="29705" name="object 13">
            <a:extLst>
              <a:ext uri="{FF2B5EF4-FFF2-40B4-BE49-F238E27FC236}">
                <a16:creationId xmlns:a16="http://schemas.microsoft.com/office/drawing/2014/main" id="{B9985E51-01D3-B138-A268-2714650E7B8A}"/>
              </a:ext>
            </a:extLst>
          </p:cNvPr>
          <p:cNvSpPr>
            <a:spLocks/>
          </p:cNvSpPr>
          <p:nvPr/>
        </p:nvSpPr>
        <p:spPr bwMode="auto">
          <a:xfrm>
            <a:off x="817067" y="3125391"/>
            <a:ext cx="959941" cy="0"/>
          </a:xfrm>
          <a:custGeom>
            <a:avLst/>
            <a:gdLst>
              <a:gd name="T0" fmla="*/ 0 w 1707514"/>
              <a:gd name="T1" fmla="*/ 1707118 w 1707514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1707514">
                <a:moveTo>
                  <a:pt x="0" y="0"/>
                </a:moveTo>
                <a:lnTo>
                  <a:pt x="1707118" y="0"/>
                </a:lnTo>
              </a:path>
            </a:pathLst>
          </a:custGeom>
          <a:noFill/>
          <a:ln w="1277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sz="1013"/>
          </a:p>
        </p:txBody>
      </p:sp>
      <p:sp>
        <p:nvSpPr>
          <p:cNvPr id="29706" name="object 14">
            <a:extLst>
              <a:ext uri="{FF2B5EF4-FFF2-40B4-BE49-F238E27FC236}">
                <a16:creationId xmlns:a16="http://schemas.microsoft.com/office/drawing/2014/main" id="{FBD03B7C-2DBD-670F-1F8E-3B8040044B84}"/>
              </a:ext>
            </a:extLst>
          </p:cNvPr>
          <p:cNvSpPr>
            <a:spLocks/>
          </p:cNvSpPr>
          <p:nvPr/>
        </p:nvSpPr>
        <p:spPr bwMode="auto">
          <a:xfrm>
            <a:off x="0" y="4848820"/>
            <a:ext cx="5962353" cy="0"/>
          </a:xfrm>
          <a:custGeom>
            <a:avLst/>
            <a:gdLst>
              <a:gd name="T0" fmla="*/ 0 w 10599420"/>
              <a:gd name="T1" fmla="*/ 10599419 w 10599420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10599420">
                <a:moveTo>
                  <a:pt x="0" y="0"/>
                </a:moveTo>
                <a:lnTo>
                  <a:pt x="10599419" y="0"/>
                </a:lnTo>
              </a:path>
            </a:pathLst>
          </a:custGeom>
          <a:noFill/>
          <a:ln w="25541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sz="1013"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6EAC4DF-0D15-9892-8002-90D081A14C98}"/>
              </a:ext>
            </a:extLst>
          </p:cNvPr>
          <p:cNvSpPr txBox="1"/>
          <p:nvPr/>
        </p:nvSpPr>
        <p:spPr>
          <a:xfrm>
            <a:off x="340221" y="93762"/>
            <a:ext cx="6719590" cy="372282"/>
          </a:xfrm>
          <a:prstGeom prst="rect">
            <a:avLst/>
          </a:prstGeom>
        </p:spPr>
        <p:txBody>
          <a:bodyPr lIns="0" tIns="8573" rIns="0" bIns="0">
            <a:spAutoFit/>
          </a:bodyPr>
          <a:lstStyle/>
          <a:p>
            <a:pPr marL="7144">
              <a:spcBef>
                <a:spcPts val="68"/>
              </a:spcBef>
              <a:tabLst>
                <a:tab pos="4610933" algn="l"/>
              </a:tabLst>
              <a:defRPr/>
            </a:pPr>
            <a:r>
              <a:rPr sz="2363" b="1" kern="0" dirty="0">
                <a:solidFill>
                  <a:srgbClr val="080808"/>
                </a:solidFill>
                <a:latin typeface="Arial"/>
                <a:cs typeface="Arial"/>
              </a:rPr>
              <a:t>Summary</a:t>
            </a:r>
            <a:r>
              <a:rPr sz="2363" b="1" kern="0" spc="203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2363" b="1" kern="0" dirty="0">
                <a:solidFill>
                  <a:srgbClr val="080808"/>
                </a:solidFill>
                <a:latin typeface="Arial"/>
                <a:cs typeface="Arial"/>
              </a:rPr>
              <a:t>of</a:t>
            </a:r>
            <a:r>
              <a:rPr sz="2363" b="1" kern="0" spc="70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2363" b="1" kern="0" dirty="0">
                <a:solidFill>
                  <a:srgbClr val="080808"/>
                </a:solidFill>
                <a:latin typeface="Arial"/>
                <a:cs typeface="Arial"/>
              </a:rPr>
              <a:t>Project</a:t>
            </a:r>
            <a:r>
              <a:rPr sz="2363" b="1" kern="0" spc="115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2363" b="1" kern="0" dirty="0">
                <a:solidFill>
                  <a:srgbClr val="080808"/>
                </a:solidFill>
                <a:latin typeface="Arial"/>
                <a:cs typeface="Arial"/>
              </a:rPr>
              <a:t>Goals</a:t>
            </a:r>
            <a:r>
              <a:rPr sz="2363" b="1" kern="0" spc="45" dirty="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sz="2363" b="1" kern="0" spc="-14" dirty="0">
                <a:solidFill>
                  <a:srgbClr val="080808"/>
                </a:solidFill>
                <a:latin typeface="Arial"/>
                <a:cs typeface="Arial"/>
              </a:rPr>
              <a:t>and</a:t>
            </a:r>
            <a:r>
              <a:rPr sz="2363" b="1" kern="0" dirty="0">
                <a:solidFill>
                  <a:srgbClr val="080808"/>
                </a:solidFill>
                <a:latin typeface="Arial"/>
                <a:cs typeface="Arial"/>
              </a:rPr>
              <a:t>	</a:t>
            </a:r>
            <a:r>
              <a:rPr sz="2363" b="1" kern="0" spc="31" dirty="0">
                <a:solidFill>
                  <a:srgbClr val="080808"/>
                </a:solidFill>
                <a:latin typeface="Arial"/>
                <a:cs typeface="Arial"/>
              </a:rPr>
              <a:t>Achievements</a:t>
            </a:r>
            <a:endParaRPr sz="2363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4A14F7B8-D6F0-E5E5-2D22-5D9467271DAD}"/>
              </a:ext>
            </a:extLst>
          </p:cNvPr>
          <p:cNvSpPr txBox="1"/>
          <p:nvPr/>
        </p:nvSpPr>
        <p:spPr>
          <a:xfrm>
            <a:off x="772549" y="1825865"/>
            <a:ext cx="1453753" cy="176764"/>
          </a:xfrm>
          <a:prstGeom prst="rect">
            <a:avLst/>
          </a:prstGeom>
        </p:spPr>
        <p:txBody>
          <a:bodyPr lIns="0" tIns="7858" rIns="0" bIns="0">
            <a:spAutoFit/>
          </a:bodyPr>
          <a:lstStyle/>
          <a:p>
            <a:pPr marL="7144">
              <a:spcBef>
                <a:spcPts val="62"/>
              </a:spcBef>
              <a:defRPr/>
            </a:pPr>
            <a:r>
              <a:rPr sz="1097" b="1" kern="0" spc="-68" dirty="0">
                <a:solidFill>
                  <a:srgbClr val="232323"/>
                </a:solidFill>
                <a:latin typeface="Arial"/>
                <a:cs typeface="Arial"/>
              </a:rPr>
              <a:t>User-</a:t>
            </a:r>
            <a:r>
              <a:rPr sz="1097" b="1" kern="0" spc="-62" dirty="0">
                <a:solidFill>
                  <a:srgbClr val="232323"/>
                </a:solidFill>
                <a:latin typeface="Arial"/>
                <a:cs typeface="Arial"/>
              </a:rPr>
              <a:t>Friendly</a:t>
            </a:r>
            <a:r>
              <a:rPr sz="1097" b="1" kern="0" spc="14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1097" b="1" kern="0" spc="-6" dirty="0">
                <a:solidFill>
                  <a:srgbClr val="232323"/>
                </a:solidFill>
                <a:latin typeface="Arial"/>
                <a:cs typeface="Arial"/>
              </a:rPr>
              <a:t>Interface</a:t>
            </a:r>
            <a:endParaRPr sz="109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18A50227-2BA7-3D99-20B8-953AF5AD1513}"/>
              </a:ext>
            </a:extLst>
          </p:cNvPr>
          <p:cNvSpPr txBox="1"/>
          <p:nvPr/>
        </p:nvSpPr>
        <p:spPr>
          <a:xfrm>
            <a:off x="3674698" y="1825865"/>
            <a:ext cx="1753791" cy="176764"/>
          </a:xfrm>
          <a:prstGeom prst="rect">
            <a:avLst/>
          </a:prstGeom>
        </p:spPr>
        <p:txBody>
          <a:bodyPr lIns="0" tIns="7858" rIns="0" bIns="0">
            <a:spAutoFit/>
          </a:bodyPr>
          <a:lstStyle/>
          <a:p>
            <a:pPr marL="7144">
              <a:spcBef>
                <a:spcPts val="62"/>
              </a:spcBef>
              <a:defRPr/>
            </a:pPr>
            <a:r>
              <a:rPr sz="1097" b="1" kern="0" spc="-39" dirty="0">
                <a:solidFill>
                  <a:srgbClr val="232323"/>
                </a:solidFill>
                <a:latin typeface="Arial"/>
                <a:cs typeface="Arial"/>
              </a:rPr>
              <a:t>Real-</a:t>
            </a:r>
            <a:r>
              <a:rPr sz="1097" b="1" kern="0" spc="-45" dirty="0">
                <a:solidFill>
                  <a:srgbClr val="232323"/>
                </a:solidFill>
                <a:latin typeface="Arial"/>
                <a:cs typeface="Arial"/>
              </a:rPr>
              <a:t>Time</a:t>
            </a:r>
            <a:r>
              <a:rPr sz="1097" b="1" kern="0" spc="-25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1097" b="1" kern="0" spc="73" dirty="0">
                <a:solidFill>
                  <a:srgbClr val="232323"/>
                </a:solidFill>
                <a:latin typeface="Arial"/>
                <a:cs typeface="Arial"/>
              </a:rPr>
              <a:t>Data</a:t>
            </a:r>
            <a:r>
              <a:rPr sz="1097" b="1" kern="0" spc="-96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1097" b="1" kern="0" spc="-6" dirty="0">
                <a:solidFill>
                  <a:srgbClr val="232323"/>
                </a:solidFill>
                <a:latin typeface="Arial"/>
                <a:cs typeface="Arial"/>
              </a:rPr>
              <a:t>Integration</a:t>
            </a:r>
            <a:endParaRPr sz="1097" kern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87A53F4D-D6C8-7F47-5A3E-469EEF9D4AAE}"/>
              </a:ext>
            </a:extLst>
          </p:cNvPr>
          <p:cNvSpPr txBox="1"/>
          <p:nvPr/>
        </p:nvSpPr>
        <p:spPr>
          <a:xfrm>
            <a:off x="575072" y="1975247"/>
            <a:ext cx="155377" cy="155026"/>
          </a:xfrm>
          <a:prstGeom prst="rect">
            <a:avLst/>
          </a:prstGeom>
        </p:spPr>
        <p:txBody>
          <a:bodyPr lIns="0" tIns="7858" rIns="0" bIns="0">
            <a:spAutoFit/>
          </a:bodyPr>
          <a:lstStyle/>
          <a:p>
            <a:pPr marL="7144">
              <a:spcBef>
                <a:spcPts val="62"/>
              </a:spcBef>
              <a:defRPr/>
            </a:pPr>
            <a:r>
              <a:rPr sz="956" kern="0" spc="-14" dirty="0">
                <a:solidFill>
                  <a:srgbClr val="232323"/>
                </a:solidFill>
                <a:latin typeface="Arial"/>
                <a:cs typeface="Arial"/>
              </a:rPr>
              <a:t>01</a:t>
            </a:r>
            <a:endParaRPr sz="956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4E5742BF-7BF0-2F3D-2A73-07BD0987A033}"/>
              </a:ext>
            </a:extLst>
          </p:cNvPr>
          <p:cNvSpPr txBox="1"/>
          <p:nvPr/>
        </p:nvSpPr>
        <p:spPr>
          <a:xfrm>
            <a:off x="3467398" y="1957388"/>
            <a:ext cx="180380" cy="176764"/>
          </a:xfrm>
          <a:prstGeom prst="rect">
            <a:avLst/>
          </a:prstGeom>
        </p:spPr>
        <p:txBody>
          <a:bodyPr lIns="0" tIns="7858" rIns="0" bIns="0">
            <a:spAutoFit/>
          </a:bodyPr>
          <a:lstStyle/>
          <a:p>
            <a:pPr marL="7144">
              <a:spcBef>
                <a:spcPts val="62"/>
              </a:spcBef>
              <a:defRPr/>
            </a:pPr>
            <a:r>
              <a:rPr sz="1097" kern="0" spc="-14" dirty="0">
                <a:solidFill>
                  <a:srgbClr val="232323"/>
                </a:solidFill>
                <a:latin typeface="Courier New"/>
                <a:cs typeface="Courier New"/>
              </a:rPr>
              <a:t>02</a:t>
            </a:r>
            <a:endParaRPr sz="1097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2C4B046A-2527-F845-B1F8-313B811A47EB}"/>
              </a:ext>
            </a:extLst>
          </p:cNvPr>
          <p:cNvSpPr txBox="1"/>
          <p:nvPr/>
        </p:nvSpPr>
        <p:spPr>
          <a:xfrm>
            <a:off x="936725" y="2155627"/>
            <a:ext cx="1773436" cy="437283"/>
          </a:xfrm>
          <a:prstGeom prst="rect">
            <a:avLst/>
          </a:prstGeom>
        </p:spPr>
        <p:txBody>
          <a:bodyPr lIns="0" tIns="13573" rIns="0" bIns="0">
            <a:spAutoFit/>
          </a:bodyPr>
          <a:lstStyle>
            <a:lvl1pPr marL="20638" indent="-79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6000"/>
              </a:lnSpc>
              <a:spcBef>
                <a:spcPts val="106"/>
              </a:spcBef>
            </a:pPr>
            <a:r>
              <a:rPr lang="en-US" altLang="en-US" sz="956">
                <a:solidFill>
                  <a:srgbClr val="464646"/>
                </a:solidFill>
                <a:cs typeface="Arial" panose="020B0604020202020204" pitchFamily="34" charset="0"/>
              </a:rPr>
              <a:t>Designed a responsive platform for seamless navigation and accessibility.</a:t>
            </a:r>
            <a:endParaRPr lang="en-US" altLang="en-US" sz="956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D0BB6290-A63C-CA73-F4B4-AFDAD6892FB2}"/>
              </a:ext>
            </a:extLst>
          </p:cNvPr>
          <p:cNvSpPr txBox="1"/>
          <p:nvPr/>
        </p:nvSpPr>
        <p:spPr>
          <a:xfrm>
            <a:off x="772549" y="2896534"/>
            <a:ext cx="1754684" cy="176764"/>
          </a:xfrm>
          <a:prstGeom prst="rect">
            <a:avLst/>
          </a:prstGeom>
        </p:spPr>
        <p:txBody>
          <a:bodyPr lIns="0" tIns="7858" rIns="0" bIns="0">
            <a:spAutoFit/>
          </a:bodyPr>
          <a:lstStyle/>
          <a:p>
            <a:pPr marL="7144">
              <a:spcBef>
                <a:spcPts val="62"/>
              </a:spcBef>
              <a:defRPr/>
            </a:pPr>
            <a:r>
              <a:rPr sz="1097" b="1" kern="0" dirty="0">
                <a:solidFill>
                  <a:srgbClr val="232323"/>
                </a:solidFill>
                <a:latin typeface="Arial"/>
                <a:cs typeface="Arial"/>
              </a:rPr>
              <a:t>Enhanced</a:t>
            </a:r>
            <a:r>
              <a:rPr sz="1097" b="1" kern="0" spc="34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1097" b="1" kern="0" spc="-79" dirty="0">
                <a:solidFill>
                  <a:srgbClr val="232323"/>
                </a:solidFill>
                <a:latin typeface="Arial"/>
                <a:cs typeface="Arial"/>
              </a:rPr>
              <a:t>User</a:t>
            </a:r>
            <a:r>
              <a:rPr sz="1097" b="1" kern="0" spc="-48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1097" b="1" kern="0" spc="-11" dirty="0">
                <a:solidFill>
                  <a:srgbClr val="232323"/>
                </a:solidFill>
                <a:latin typeface="Arial"/>
                <a:cs typeface="Arial"/>
              </a:rPr>
              <a:t>Experience</a:t>
            </a:r>
            <a:endParaRPr sz="1097" kern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0864F356-BD49-E3A9-E27F-DE83BA5CC964}"/>
              </a:ext>
            </a:extLst>
          </p:cNvPr>
          <p:cNvSpPr txBox="1"/>
          <p:nvPr/>
        </p:nvSpPr>
        <p:spPr>
          <a:xfrm>
            <a:off x="583109" y="3060205"/>
            <a:ext cx="137517" cy="146074"/>
          </a:xfrm>
          <a:prstGeom prst="rect">
            <a:avLst/>
          </a:prstGeom>
        </p:spPr>
        <p:txBody>
          <a:bodyPr lIns="0" tIns="7501" rIns="0" bIns="0">
            <a:spAutoFit/>
          </a:bodyPr>
          <a:lstStyle/>
          <a:p>
            <a:pPr marL="7144">
              <a:spcBef>
                <a:spcPts val="59"/>
              </a:spcBef>
              <a:defRPr/>
            </a:pPr>
            <a:r>
              <a:rPr sz="900" b="1" kern="0" spc="-14" dirty="0">
                <a:solidFill>
                  <a:srgbClr val="464646"/>
                </a:solidFill>
                <a:latin typeface="Arial"/>
                <a:cs typeface="Arial"/>
              </a:rPr>
              <a:t>03</a:t>
            </a:r>
            <a:endParaRPr sz="9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47A896DB-ED7C-6D03-49E4-4270A143095F}"/>
              </a:ext>
            </a:extLst>
          </p:cNvPr>
          <p:cNvSpPr txBox="1"/>
          <p:nvPr/>
        </p:nvSpPr>
        <p:spPr>
          <a:xfrm>
            <a:off x="935831" y="3232547"/>
            <a:ext cx="1683246" cy="443391"/>
          </a:xfrm>
          <a:prstGeom prst="rect">
            <a:avLst/>
          </a:prstGeom>
        </p:spPr>
        <p:txBody>
          <a:bodyPr lIns="0" tIns="20003" rIns="0" bIns="0">
            <a:spAutoFit/>
          </a:bodyPr>
          <a:lstStyle>
            <a:lvl1pPr marL="15875" indent="-31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ts val="1076"/>
              </a:lnSpc>
              <a:spcBef>
                <a:spcPts val="155"/>
              </a:spcBef>
            </a:pPr>
            <a:r>
              <a:rPr lang="en-US" altLang="en-US" sz="956">
                <a:solidFill>
                  <a:srgbClr val="595959"/>
                </a:solidFill>
                <a:cs typeface="Arial" panose="020B0604020202020204" pitchFamily="34" charset="0"/>
              </a:rPr>
              <a:t>Focused </a:t>
            </a:r>
            <a:r>
              <a:rPr lang="en-US" altLang="en-US" sz="956">
                <a:solidFill>
                  <a:srgbClr val="464646"/>
                </a:solidFill>
                <a:cs typeface="Arial" panose="020B0604020202020204" pitchFamily="34" charset="0"/>
              </a:rPr>
              <a:t>on modem UI/UX principles for </a:t>
            </a:r>
            <a:r>
              <a:rPr lang="en-US" altLang="en-US" sz="956">
                <a:solidFill>
                  <a:srgbClr val="232323"/>
                </a:solidFill>
                <a:cs typeface="Arial" panose="020B0604020202020204" pitchFamily="34" charset="0"/>
              </a:rPr>
              <a:t>improved i</a:t>
            </a:r>
            <a:r>
              <a:rPr lang="en-US" altLang="en-US" sz="956">
                <a:solidFill>
                  <a:srgbClr val="595959"/>
                </a:solidFill>
                <a:cs typeface="Arial" panose="020B0604020202020204" pitchFamily="34" charset="0"/>
              </a:rPr>
              <a:t>n</a:t>
            </a:r>
            <a:r>
              <a:rPr lang="en-US" altLang="en-US" sz="956">
                <a:solidFill>
                  <a:srgbClr val="232323"/>
                </a:solidFill>
                <a:cs typeface="Arial" panose="020B0604020202020204" pitchFamily="34" charset="0"/>
              </a:rPr>
              <a:t>t</a:t>
            </a:r>
            <a:r>
              <a:rPr lang="en-US" altLang="en-US" sz="956">
                <a:solidFill>
                  <a:srgbClr val="464646"/>
                </a:solidFill>
                <a:cs typeface="Arial" panose="020B0604020202020204" pitchFamily="34" charset="0"/>
              </a:rPr>
              <a:t>eraction and engagement.</a:t>
            </a:r>
            <a:endParaRPr lang="en-US" altLang="en-US" sz="956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E7438C89-E462-156D-D85F-89062A73C60A}"/>
              </a:ext>
            </a:extLst>
          </p:cNvPr>
          <p:cNvSpPr txBox="1"/>
          <p:nvPr/>
        </p:nvSpPr>
        <p:spPr>
          <a:xfrm>
            <a:off x="3471863" y="3042345"/>
            <a:ext cx="160734" cy="168107"/>
          </a:xfrm>
          <a:prstGeom prst="rect">
            <a:avLst/>
          </a:prstGeom>
        </p:spPr>
        <p:txBody>
          <a:bodyPr lIns="0" tIns="7858" rIns="0" bIns="0">
            <a:spAutoFit/>
          </a:bodyPr>
          <a:lstStyle/>
          <a:p>
            <a:pPr marL="7144">
              <a:spcBef>
                <a:spcPts val="62"/>
              </a:spcBef>
              <a:defRPr/>
            </a:pPr>
            <a:r>
              <a:rPr sz="1041" b="1" kern="0" spc="-39" dirty="0">
                <a:solidFill>
                  <a:srgbClr val="232323"/>
                </a:solidFill>
                <a:latin typeface="Courier New"/>
                <a:cs typeface="Courier New"/>
              </a:rPr>
              <a:t>04</a:t>
            </a:r>
            <a:endParaRPr sz="1041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6E90D406-1CE6-263C-3DDB-71FE7F5B23DC}"/>
              </a:ext>
            </a:extLst>
          </p:cNvPr>
          <p:cNvSpPr txBox="1"/>
          <p:nvPr/>
        </p:nvSpPr>
        <p:spPr>
          <a:xfrm>
            <a:off x="3831729" y="2155627"/>
            <a:ext cx="1718965" cy="443391"/>
          </a:xfrm>
          <a:prstGeom prst="rect">
            <a:avLst/>
          </a:prstGeom>
        </p:spPr>
        <p:txBody>
          <a:bodyPr lIns="0" tIns="20003" rIns="0" bIns="0">
            <a:spAutoFit/>
          </a:bodyPr>
          <a:lstStyle>
            <a:lvl1pPr marL="15875" indent="-31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ts val="1076"/>
              </a:lnSpc>
              <a:spcBef>
                <a:spcPts val="155"/>
              </a:spcBef>
            </a:pPr>
            <a:r>
              <a:rPr lang="en-US" altLang="en-US" sz="956" dirty="0">
                <a:solidFill>
                  <a:srgbClr val="595959"/>
                </a:solidFill>
                <a:cs typeface="Arial" panose="020B0604020202020204" pitchFamily="34" charset="0"/>
              </a:rPr>
              <a:t>Utilized </a:t>
            </a:r>
            <a:r>
              <a:rPr lang="en-US" altLang="en-US" sz="956" dirty="0" err="1">
                <a:solidFill>
                  <a:srgbClr val="464646"/>
                </a:solidFill>
                <a:cs typeface="Arial" panose="020B0604020202020204" pitchFamily="34" charset="0"/>
              </a:rPr>
              <a:t>OpenWeotherMop</a:t>
            </a:r>
            <a:r>
              <a:rPr lang="en-US" altLang="en-US" sz="956" dirty="0">
                <a:solidFill>
                  <a:srgbClr val="464646"/>
                </a:solidFill>
                <a:cs typeface="Arial" panose="020B0604020202020204" pitchFamily="34" charset="0"/>
              </a:rPr>
              <a:t> AP</a:t>
            </a:r>
            <a:r>
              <a:rPr lang="en-US" altLang="en-US" sz="956" dirty="0">
                <a:solidFill>
                  <a:srgbClr val="697060"/>
                </a:solidFill>
                <a:cs typeface="Arial" panose="020B0604020202020204" pitchFamily="34" charset="0"/>
              </a:rPr>
              <a:t>I </a:t>
            </a:r>
            <a:r>
              <a:rPr lang="en-US" altLang="en-US" sz="956" dirty="0">
                <a:solidFill>
                  <a:srgbClr val="464646"/>
                </a:solidFill>
                <a:cs typeface="Arial" panose="020B0604020202020204" pitchFamily="34" charset="0"/>
              </a:rPr>
              <a:t>for accurate and live weather updates globally.</a:t>
            </a:r>
            <a:endParaRPr lang="en-US" altLang="en-US" sz="956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9A8AADC8-45E6-86A0-2419-38AB8FA2D375}"/>
              </a:ext>
            </a:extLst>
          </p:cNvPr>
          <p:cNvSpPr txBox="1"/>
          <p:nvPr/>
        </p:nvSpPr>
        <p:spPr>
          <a:xfrm>
            <a:off x="3667554" y="2896534"/>
            <a:ext cx="625078" cy="176764"/>
          </a:xfrm>
          <a:prstGeom prst="rect">
            <a:avLst/>
          </a:prstGeom>
        </p:spPr>
        <p:txBody>
          <a:bodyPr lIns="0" tIns="7858" rIns="0" bIns="0">
            <a:spAutoFit/>
          </a:bodyPr>
          <a:lstStyle/>
          <a:p>
            <a:pPr marL="7144">
              <a:spcBef>
                <a:spcPts val="62"/>
              </a:spcBef>
              <a:defRPr/>
            </a:pPr>
            <a:r>
              <a:rPr sz="1097" b="1" kern="0" spc="-51" dirty="0">
                <a:solidFill>
                  <a:srgbClr val="232323"/>
                </a:solidFill>
                <a:latin typeface="Arial"/>
                <a:cs typeface="Arial"/>
              </a:rPr>
              <a:t>Text</a:t>
            </a:r>
            <a:r>
              <a:rPr sz="1097" b="1" kern="0" spc="-62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1097" b="1" kern="0" spc="-11" dirty="0">
                <a:solidFill>
                  <a:srgbClr val="232323"/>
                </a:solidFill>
                <a:latin typeface="Arial"/>
                <a:cs typeface="Arial"/>
              </a:rPr>
              <a:t>Here</a:t>
            </a:r>
            <a:endParaRPr sz="109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C8A5D41E-FBA4-E203-B074-FA02B7794DDA}"/>
              </a:ext>
            </a:extLst>
          </p:cNvPr>
          <p:cNvSpPr txBox="1"/>
          <p:nvPr/>
        </p:nvSpPr>
        <p:spPr>
          <a:xfrm>
            <a:off x="3831729" y="3225404"/>
            <a:ext cx="1800225" cy="437283"/>
          </a:xfrm>
          <a:prstGeom prst="rect">
            <a:avLst/>
          </a:prstGeom>
        </p:spPr>
        <p:txBody>
          <a:bodyPr lIns="0" tIns="13573" rIns="0" bIns="0">
            <a:spAutoFit/>
          </a:bodyPr>
          <a:lstStyle>
            <a:lvl1pPr marL="20638" indent="-793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6000"/>
              </a:lnSpc>
              <a:spcBef>
                <a:spcPts val="106"/>
              </a:spcBef>
            </a:pPr>
            <a:r>
              <a:rPr lang="en-US" altLang="en-US" sz="956">
                <a:solidFill>
                  <a:srgbClr val="595959"/>
                </a:solidFill>
                <a:cs typeface="Arial" panose="020B0604020202020204" pitchFamily="34" charset="0"/>
              </a:rPr>
              <a:t>Provided </a:t>
            </a:r>
            <a:r>
              <a:rPr lang="en-US" altLang="en-US" sz="956">
                <a:solidFill>
                  <a:srgbClr val="464646"/>
                </a:solidFill>
                <a:cs typeface="Arial" panose="020B0604020202020204" pitchFamily="34" charset="0"/>
              </a:rPr>
              <a:t>prac</a:t>
            </a:r>
            <a:r>
              <a:rPr lang="en-US" altLang="en-US" sz="956">
                <a:solidFill>
                  <a:srgbClr val="697060"/>
                </a:solidFill>
                <a:cs typeface="Arial" panose="020B0604020202020204" pitchFamily="34" charset="0"/>
              </a:rPr>
              <a:t>t</a:t>
            </a:r>
            <a:r>
              <a:rPr lang="en-US" altLang="en-US" sz="956">
                <a:solidFill>
                  <a:srgbClr val="232323"/>
                </a:solidFill>
                <a:cs typeface="Arial" panose="020B0604020202020204" pitchFamily="34" charset="0"/>
              </a:rPr>
              <a:t>i</a:t>
            </a:r>
            <a:r>
              <a:rPr lang="en-US" altLang="en-US" sz="956">
                <a:solidFill>
                  <a:srgbClr val="464646"/>
                </a:solidFill>
                <a:cs typeface="Arial" panose="020B0604020202020204" pitchFamily="34" charset="0"/>
              </a:rPr>
              <a:t>ca</a:t>
            </a:r>
            <a:r>
              <a:rPr lang="en-US" altLang="en-US" sz="956">
                <a:solidFill>
                  <a:srgbClr val="697060"/>
                </a:solidFill>
                <a:cs typeface="Arial" panose="020B0604020202020204" pitchFamily="34" charset="0"/>
              </a:rPr>
              <a:t>l </a:t>
            </a:r>
            <a:r>
              <a:rPr lang="en-US" altLang="en-US" sz="956">
                <a:solidFill>
                  <a:srgbClr val="232323"/>
                </a:solidFill>
                <a:cs typeface="Arial" panose="020B0604020202020204" pitchFamily="34" charset="0"/>
              </a:rPr>
              <a:t>learning </a:t>
            </a:r>
            <a:r>
              <a:rPr lang="en-US" altLang="en-US" sz="956">
                <a:solidFill>
                  <a:srgbClr val="464646"/>
                </a:solidFill>
                <a:cs typeface="Arial" panose="020B0604020202020204" pitchFamily="34" charset="0"/>
              </a:rPr>
              <a:t>experience in web technologies and application </a:t>
            </a:r>
            <a:r>
              <a:rPr lang="en-US" altLang="en-US" sz="956">
                <a:solidFill>
                  <a:srgbClr val="595959"/>
                </a:solidFill>
                <a:cs typeface="Arial" panose="020B0604020202020204" pitchFamily="34" charset="0"/>
              </a:rPr>
              <a:t>development</a:t>
            </a:r>
            <a:r>
              <a:rPr lang="en-US" altLang="en-US" sz="956">
                <a:solidFill>
                  <a:srgbClr val="080808"/>
                </a:solidFill>
                <a:cs typeface="Arial" panose="020B0604020202020204" pitchFamily="34" charset="0"/>
              </a:rPr>
              <a:t>.</a:t>
            </a:r>
            <a:endParaRPr lang="en-US" altLang="en-US" sz="956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1935B2D5-B1F7-D53C-D95C-3DB8C3CA14C4}"/>
              </a:ext>
            </a:extLst>
          </p:cNvPr>
          <p:cNvSpPr txBox="1"/>
          <p:nvPr/>
        </p:nvSpPr>
        <p:spPr>
          <a:xfrm>
            <a:off x="8299252" y="2999482"/>
            <a:ext cx="667048" cy="411563"/>
          </a:xfrm>
          <a:prstGeom prst="rect">
            <a:avLst/>
          </a:prstGeom>
        </p:spPr>
        <p:txBody>
          <a:bodyPr lIns="0" tIns="8930" rIns="0" bIns="0">
            <a:spAutoFit/>
          </a:bodyPr>
          <a:lstStyle/>
          <a:p>
            <a:pPr marL="7144">
              <a:spcBef>
                <a:spcPts val="70"/>
              </a:spcBef>
              <a:tabLst>
                <a:tab pos="555784" algn="l"/>
              </a:tabLst>
              <a:defRPr/>
            </a:pPr>
            <a:r>
              <a:rPr sz="2616" kern="0" spc="-73" dirty="0">
                <a:solidFill>
                  <a:srgbClr val="697060"/>
                </a:solidFill>
                <a:latin typeface="Times New Roman"/>
                <a:cs typeface="Times New Roman"/>
              </a:rPr>
              <a:t>---</a:t>
            </a:r>
            <a:r>
              <a:rPr sz="2616" kern="0" spc="-28" dirty="0">
                <a:solidFill>
                  <a:srgbClr val="697060"/>
                </a:solidFill>
                <a:latin typeface="Times New Roman"/>
                <a:cs typeface="Times New Roman"/>
              </a:rPr>
              <a:t>-</a:t>
            </a:r>
            <a:r>
              <a:rPr sz="2616" kern="0" dirty="0">
                <a:solidFill>
                  <a:srgbClr val="697060"/>
                </a:solidFill>
                <a:latin typeface="Times New Roman"/>
                <a:cs typeface="Times New Roman"/>
              </a:rPr>
              <a:t>	</a:t>
            </a:r>
            <a:r>
              <a:rPr sz="2419" kern="0" spc="-28" dirty="0">
                <a:solidFill>
                  <a:srgbClr val="697060"/>
                </a:solidFill>
                <a:latin typeface="Arial"/>
                <a:cs typeface="Arial"/>
              </a:rPr>
              <a:t>-</a:t>
            </a:r>
            <a:endParaRPr sz="241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80B7582E-7053-A37D-E5D3-76607BD05D81}"/>
              </a:ext>
            </a:extLst>
          </p:cNvPr>
          <p:cNvSpPr txBox="1"/>
          <p:nvPr/>
        </p:nvSpPr>
        <p:spPr>
          <a:xfrm>
            <a:off x="8304609" y="3010198"/>
            <a:ext cx="375940" cy="450548"/>
          </a:xfrm>
          <a:prstGeom prst="rect">
            <a:avLst/>
          </a:prstGeom>
        </p:spPr>
        <p:txBody>
          <a:bodyPr lIns="0" tIns="8930" rIns="0" bIns="0">
            <a:spAutoFit/>
          </a:bodyPr>
          <a:lstStyle/>
          <a:p>
            <a:pPr marL="7144">
              <a:spcBef>
                <a:spcPts val="70"/>
              </a:spcBef>
              <a:defRPr/>
            </a:pPr>
            <a:r>
              <a:rPr sz="2869" kern="0" dirty="0">
                <a:solidFill>
                  <a:srgbClr val="697060"/>
                </a:solidFill>
                <a:latin typeface="Times New Roman"/>
                <a:cs typeface="Times New Roman"/>
              </a:rPr>
              <a:t>--</a:t>
            </a:r>
            <a:r>
              <a:rPr sz="2869" kern="0" spc="-605" dirty="0">
                <a:solidFill>
                  <a:srgbClr val="697060"/>
                </a:solidFill>
                <a:latin typeface="Times New Roman"/>
                <a:cs typeface="Times New Roman"/>
              </a:rPr>
              <a:t>-</a:t>
            </a:r>
            <a:endParaRPr sz="2869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29722" name="object 30">
            <a:extLst>
              <a:ext uri="{FF2B5EF4-FFF2-40B4-BE49-F238E27FC236}">
                <a16:creationId xmlns:a16="http://schemas.microsoft.com/office/drawing/2014/main" id="{AE171AFA-6EF3-EA2E-AB29-81015D87F01E}"/>
              </a:ext>
            </a:extLst>
          </p:cNvPr>
          <p:cNvSpPr>
            <a:spLocks/>
          </p:cNvSpPr>
          <p:nvPr/>
        </p:nvSpPr>
        <p:spPr bwMode="auto">
          <a:xfrm>
            <a:off x="8315325" y="3404890"/>
            <a:ext cx="129481" cy="0"/>
          </a:xfrm>
          <a:custGeom>
            <a:avLst/>
            <a:gdLst>
              <a:gd name="T0" fmla="*/ 0 w 229869"/>
              <a:gd name="T1" fmla="*/ 229314 w 229869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229869">
                <a:moveTo>
                  <a:pt x="0" y="0"/>
                </a:moveTo>
                <a:lnTo>
                  <a:pt x="229314" y="0"/>
                </a:lnTo>
              </a:path>
            </a:pathLst>
          </a:custGeom>
          <a:noFill/>
          <a:ln w="12770">
            <a:solidFill>
              <a:srgbClr val="69706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 sz="1013"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294E3816-34A4-0645-DB51-0D5E896FC903}"/>
              </a:ext>
            </a:extLst>
          </p:cNvPr>
          <p:cNvSpPr txBox="1"/>
          <p:nvPr/>
        </p:nvSpPr>
        <p:spPr>
          <a:xfrm>
            <a:off x="8177808" y="3264694"/>
            <a:ext cx="108050" cy="194011"/>
          </a:xfrm>
          <a:prstGeom prst="rect">
            <a:avLst/>
          </a:prstGeom>
        </p:spPr>
        <p:txBody>
          <a:bodyPr lIns="0" tIns="7858" rIns="0" bIns="0">
            <a:spAutoFit/>
          </a:bodyPr>
          <a:lstStyle/>
          <a:p>
            <a:pPr marL="7144">
              <a:spcBef>
                <a:spcPts val="62"/>
              </a:spcBef>
              <a:defRPr/>
            </a:pPr>
            <a:r>
              <a:rPr sz="1209" kern="0" spc="8" dirty="0">
                <a:solidFill>
                  <a:srgbClr val="8E917E"/>
                </a:solidFill>
                <a:latin typeface="Courier New"/>
                <a:cs typeface="Courier New"/>
              </a:rPr>
              <a:t>.</a:t>
            </a:r>
            <a:endParaRPr sz="1209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3F112082-32A8-7794-F8BB-C61546BDA046}"/>
              </a:ext>
            </a:extLst>
          </p:cNvPr>
          <p:cNvSpPr txBox="1"/>
          <p:nvPr/>
        </p:nvSpPr>
        <p:spPr>
          <a:xfrm>
            <a:off x="8308181" y="3121819"/>
            <a:ext cx="437555" cy="341953"/>
          </a:xfrm>
          <a:prstGeom prst="rect">
            <a:avLst/>
          </a:prstGeom>
        </p:spPr>
        <p:txBody>
          <a:bodyPr lIns="0" tIns="8573" rIns="0" bIns="0">
            <a:spAutoFit/>
          </a:bodyPr>
          <a:lstStyle/>
          <a:p>
            <a:pPr marL="7144">
              <a:spcBef>
                <a:spcPts val="68"/>
              </a:spcBef>
              <a:tabLst>
                <a:tab pos="297894" algn="l"/>
              </a:tabLst>
              <a:defRPr/>
            </a:pPr>
            <a:r>
              <a:rPr sz="2166" kern="0" spc="-28" dirty="0">
                <a:solidFill>
                  <a:srgbClr val="697060"/>
                </a:solidFill>
                <a:latin typeface="Times New Roman"/>
                <a:cs typeface="Times New Roman"/>
              </a:rPr>
              <a:t>-</a:t>
            </a:r>
            <a:r>
              <a:rPr sz="2166" kern="0" dirty="0">
                <a:solidFill>
                  <a:srgbClr val="697060"/>
                </a:solidFill>
                <a:latin typeface="Times New Roman"/>
                <a:cs typeface="Times New Roman"/>
              </a:rPr>
              <a:t>	</a:t>
            </a:r>
            <a:r>
              <a:rPr kern="0" spc="-42" dirty="0">
                <a:solidFill>
                  <a:srgbClr val="697060"/>
                </a:solidFill>
                <a:latin typeface="Arial"/>
                <a:cs typeface="Arial"/>
              </a:rPr>
              <a:t>-</a:t>
            </a:r>
            <a:r>
              <a:rPr sz="2700" kern="0" spc="-591" baseline="-5208" dirty="0">
                <a:solidFill>
                  <a:srgbClr val="697060"/>
                </a:solidFill>
                <a:latin typeface="Arial"/>
                <a:cs typeface="Arial"/>
              </a:rPr>
              <a:t>-</a:t>
            </a:r>
            <a:endParaRPr sz="2700" kern="0" baseline="-5208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DCA8047C-2233-1D4E-7213-AD9D29880526}"/>
              </a:ext>
            </a:extLst>
          </p:cNvPr>
          <p:cNvSpPr txBox="1"/>
          <p:nvPr/>
        </p:nvSpPr>
        <p:spPr>
          <a:xfrm>
            <a:off x="8301038" y="3207544"/>
            <a:ext cx="494705" cy="341953"/>
          </a:xfrm>
          <a:prstGeom prst="rect">
            <a:avLst/>
          </a:prstGeom>
        </p:spPr>
        <p:txBody>
          <a:bodyPr lIns="0" tIns="8573" rIns="0" bIns="0">
            <a:spAutoFit/>
          </a:bodyPr>
          <a:lstStyle/>
          <a:p>
            <a:pPr marL="7144">
              <a:spcBef>
                <a:spcPts val="68"/>
              </a:spcBef>
              <a:defRPr/>
            </a:pPr>
            <a:r>
              <a:rPr sz="2166" kern="0" spc="-98" dirty="0">
                <a:solidFill>
                  <a:srgbClr val="697060"/>
                </a:solidFill>
                <a:latin typeface="Times New Roman"/>
                <a:cs typeface="Times New Roman"/>
              </a:rPr>
              <a:t>--·--</a:t>
            </a:r>
            <a:r>
              <a:rPr sz="2166" kern="0" spc="-56" dirty="0">
                <a:solidFill>
                  <a:srgbClr val="697060"/>
                </a:solidFill>
                <a:latin typeface="Times New Roman"/>
                <a:cs typeface="Times New Roman"/>
              </a:rPr>
              <a:t>-</a:t>
            </a:r>
            <a:endParaRPr sz="2166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5757612-FD2C-30B1-50A1-2039E77FF8B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spcFirstLastPara="1" vert="horz" wrap="square" lIns="68580" tIns="622626" rIns="68580" bIns="34290" rtlCol="0" anchor="b" anchorCtr="0">
            <a:normAutofit fontScale="90000"/>
          </a:bodyPr>
          <a:lstStyle/>
          <a:p>
            <a:pPr marL="1097439">
              <a:spcBef>
                <a:spcPts val="62"/>
              </a:spcBef>
              <a:defRPr/>
            </a:pPr>
            <a:r>
              <a:rPr sz="6866" spc="-200" dirty="0">
                <a:solidFill>
                  <a:srgbClr val="000000"/>
                </a:solidFill>
                <a:latin typeface="Palatino Linotype"/>
                <a:cs typeface="Palatino Linotype"/>
              </a:rPr>
              <a:t>T</a:t>
            </a:r>
            <a:r>
              <a:rPr sz="6866" spc="-545" dirty="0">
                <a:solidFill>
                  <a:srgbClr val="000000"/>
                </a:solidFill>
                <a:latin typeface="Palatino Linotype"/>
                <a:cs typeface="Palatino Linotype"/>
              </a:rPr>
              <a:t>H</a:t>
            </a:r>
            <a:r>
              <a:rPr sz="6866" spc="-203" dirty="0">
                <a:solidFill>
                  <a:srgbClr val="000000"/>
                </a:solidFill>
                <a:latin typeface="Palatino Linotype"/>
                <a:cs typeface="Palatino Linotype"/>
              </a:rPr>
              <a:t>AN</a:t>
            </a:r>
            <a:r>
              <a:rPr sz="6866" spc="-197" dirty="0">
                <a:solidFill>
                  <a:srgbClr val="000000"/>
                </a:solidFill>
                <a:latin typeface="Palatino Linotype"/>
                <a:cs typeface="Palatino Linotype"/>
              </a:rPr>
              <a:t>K</a:t>
            </a:r>
            <a:r>
              <a:rPr sz="6866" spc="-32" dirty="0">
                <a:solidFill>
                  <a:srgbClr val="000000"/>
                </a:solidFill>
                <a:latin typeface="Palatino Linotype"/>
                <a:cs typeface="Palatino Linotype"/>
              </a:rPr>
              <a:t> </a:t>
            </a:r>
            <a:r>
              <a:rPr sz="6866" spc="-254" dirty="0">
                <a:solidFill>
                  <a:srgbClr val="000000"/>
                </a:solidFill>
                <a:latin typeface="Palatino Linotype"/>
                <a:cs typeface="Palatino Linotype"/>
              </a:rPr>
              <a:t>YOU</a:t>
            </a:r>
            <a:endParaRPr sz="6866">
              <a:latin typeface="Palatino Linotype"/>
              <a:cs typeface="Palatino Linotype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A7AA6E2-D21B-5E90-C7BA-952D505BEB66}"/>
              </a:ext>
            </a:extLst>
          </p:cNvPr>
          <p:cNvSpPr txBox="1"/>
          <p:nvPr/>
        </p:nvSpPr>
        <p:spPr>
          <a:xfrm>
            <a:off x="1910443" y="2441735"/>
            <a:ext cx="4784272" cy="329889"/>
          </a:xfrm>
          <a:prstGeom prst="rect">
            <a:avLst/>
          </a:prstGeom>
        </p:spPr>
        <p:txBody>
          <a:bodyPr wrap="square" lIns="0" tIns="6659" rIns="0" bIns="0">
            <a:spAutoFit/>
          </a:bodyPr>
          <a:lstStyle>
            <a:lvl1pPr marL="111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ts val="50"/>
              </a:spcBef>
            </a:pPr>
            <a:r>
              <a:rPr lang="en-US" altLang="en-US" sz="2100" dirty="0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Do you have any questions? </a:t>
            </a:r>
          </a:p>
        </p:txBody>
      </p:sp>
      <p:sp>
        <p:nvSpPr>
          <p:cNvPr id="67592" name="object 13">
            <a:extLst>
              <a:ext uri="{FF2B5EF4-FFF2-40B4-BE49-F238E27FC236}">
                <a16:creationId xmlns:a16="http://schemas.microsoft.com/office/drawing/2014/main" id="{90FEBA57-3F73-A25D-2618-5F92DD3C3C1D}"/>
              </a:ext>
            </a:extLst>
          </p:cNvPr>
          <p:cNvSpPr>
            <a:spLocks/>
          </p:cNvSpPr>
          <p:nvPr/>
        </p:nvSpPr>
        <p:spPr bwMode="auto">
          <a:xfrm>
            <a:off x="4580721" y="1771052"/>
            <a:ext cx="1286668" cy="456636"/>
          </a:xfrm>
          <a:custGeom>
            <a:avLst/>
            <a:gdLst>
              <a:gd name="T0" fmla="*/ 2531821 w 2576829"/>
              <a:gd name="T1" fmla="*/ 502678 h 914400"/>
              <a:gd name="T2" fmla="*/ 2253907 w 2576829"/>
              <a:gd name="T3" fmla="*/ 478383 h 914400"/>
              <a:gd name="T4" fmla="*/ 2079040 w 2576829"/>
              <a:gd name="T5" fmla="*/ 416090 h 914400"/>
              <a:gd name="T6" fmla="*/ 2178977 w 2576829"/>
              <a:gd name="T7" fmla="*/ 401142 h 914400"/>
              <a:gd name="T8" fmla="*/ 2273846 w 2576829"/>
              <a:gd name="T9" fmla="*/ 400316 h 914400"/>
              <a:gd name="T10" fmla="*/ 2501227 w 2576829"/>
              <a:gd name="T11" fmla="*/ 458444 h 914400"/>
              <a:gd name="T12" fmla="*/ 2472283 w 2576829"/>
              <a:gd name="T13" fmla="*/ 397459 h 914400"/>
              <a:gd name="T14" fmla="*/ 2219934 w 2576829"/>
              <a:gd name="T15" fmla="*/ 351358 h 914400"/>
              <a:gd name="T16" fmla="*/ 2123605 w 2576829"/>
              <a:gd name="T17" fmla="*/ 357187 h 914400"/>
              <a:gd name="T18" fmla="*/ 1877822 w 2576829"/>
              <a:gd name="T19" fmla="*/ 389547 h 914400"/>
              <a:gd name="T20" fmla="*/ 1698053 w 2576829"/>
              <a:gd name="T21" fmla="*/ 431266 h 914400"/>
              <a:gd name="T22" fmla="*/ 1795868 w 2576829"/>
              <a:gd name="T23" fmla="*/ 372414 h 914400"/>
              <a:gd name="T24" fmla="*/ 1971992 w 2576829"/>
              <a:gd name="T25" fmla="*/ 200901 h 914400"/>
              <a:gd name="T26" fmla="*/ 2016594 w 2576829"/>
              <a:gd name="T27" fmla="*/ 49834 h 914400"/>
              <a:gd name="T28" fmla="*/ 1974126 w 2576829"/>
              <a:gd name="T29" fmla="*/ 3263 h 914400"/>
              <a:gd name="T30" fmla="*/ 1891601 w 2576829"/>
              <a:gd name="T31" fmla="*/ 235305 h 914400"/>
              <a:gd name="T32" fmla="*/ 1709166 w 2576829"/>
              <a:gd name="T33" fmla="*/ 370928 h 914400"/>
              <a:gd name="T34" fmla="*/ 1761782 w 2576829"/>
              <a:gd name="T35" fmla="*/ 259118 h 914400"/>
              <a:gd name="T36" fmla="*/ 1941652 w 2576829"/>
              <a:gd name="T37" fmla="*/ 54813 h 914400"/>
              <a:gd name="T38" fmla="*/ 1974126 w 2576829"/>
              <a:gd name="T39" fmla="*/ 3263 h 914400"/>
              <a:gd name="T40" fmla="*/ 1843570 w 2576829"/>
              <a:gd name="T41" fmla="*/ 72263 h 914400"/>
              <a:gd name="T42" fmla="*/ 1693799 w 2576829"/>
              <a:gd name="T43" fmla="*/ 281330 h 914400"/>
              <a:gd name="T44" fmla="*/ 1516964 w 2576829"/>
              <a:gd name="T45" fmla="*/ 458444 h 914400"/>
              <a:gd name="T46" fmla="*/ 1315478 w 2576829"/>
              <a:gd name="T47" fmla="*/ 529564 h 914400"/>
              <a:gd name="T48" fmla="*/ 602246 w 2576829"/>
              <a:gd name="T49" fmla="*/ 803719 h 914400"/>
              <a:gd name="T50" fmla="*/ 367830 w 2576829"/>
              <a:gd name="T51" fmla="*/ 864565 h 914400"/>
              <a:gd name="T52" fmla="*/ 145694 w 2576829"/>
              <a:gd name="T53" fmla="*/ 811250 h 914400"/>
              <a:gd name="T54" fmla="*/ 48209 w 2576829"/>
              <a:gd name="T55" fmla="*/ 617905 h 914400"/>
              <a:gd name="T56" fmla="*/ 56718 w 2576829"/>
              <a:gd name="T57" fmla="*/ 549859 h 914400"/>
              <a:gd name="T58" fmla="*/ 225793 w 2576829"/>
              <a:gd name="T59" fmla="*/ 370420 h 914400"/>
              <a:gd name="T60" fmla="*/ 350342 w 2576829"/>
              <a:gd name="T61" fmla="*/ 343827 h 914400"/>
              <a:gd name="T62" fmla="*/ 471373 w 2576829"/>
              <a:gd name="T63" fmla="*/ 417652 h 914400"/>
              <a:gd name="T64" fmla="*/ 352831 w 2576829"/>
              <a:gd name="T65" fmla="*/ 513257 h 914400"/>
              <a:gd name="T66" fmla="*/ 247916 w 2576829"/>
              <a:gd name="T67" fmla="*/ 545655 h 914400"/>
              <a:gd name="T68" fmla="*/ 361810 w 2576829"/>
              <a:gd name="T69" fmla="*/ 560146 h 914400"/>
              <a:gd name="T70" fmla="*/ 520166 w 2576829"/>
              <a:gd name="T71" fmla="*/ 431266 h 914400"/>
              <a:gd name="T72" fmla="*/ 419354 w 2576829"/>
              <a:gd name="T73" fmla="*/ 310210 h 914400"/>
              <a:gd name="T74" fmla="*/ 271538 w 2576829"/>
              <a:gd name="T75" fmla="*/ 305790 h 914400"/>
              <a:gd name="T76" fmla="*/ 63931 w 2576829"/>
              <a:gd name="T77" fmla="*/ 435889 h 914400"/>
              <a:gd name="T78" fmla="*/ 1803 w 2576829"/>
              <a:gd name="T79" fmla="*/ 652399 h 914400"/>
              <a:gd name="T80" fmla="*/ 73050 w 2576829"/>
              <a:gd name="T81" fmla="*/ 817232 h 914400"/>
              <a:gd name="T82" fmla="*/ 281571 w 2576829"/>
              <a:gd name="T83" fmla="*/ 911529 h 914400"/>
              <a:gd name="T84" fmla="*/ 370319 w 2576829"/>
              <a:gd name="T85" fmla="*/ 911910 h 914400"/>
              <a:gd name="T86" fmla="*/ 567397 w 2576829"/>
              <a:gd name="T87" fmla="*/ 863930 h 914400"/>
              <a:gd name="T88" fmla="*/ 1235151 w 2576829"/>
              <a:gd name="T89" fmla="*/ 601764 h 914400"/>
              <a:gd name="T90" fmla="*/ 1467307 w 2576829"/>
              <a:gd name="T91" fmla="*/ 526973 h 914400"/>
              <a:gd name="T92" fmla="*/ 1704251 w 2576829"/>
              <a:gd name="T93" fmla="*/ 475056 h 914400"/>
              <a:gd name="T94" fmla="*/ 1832762 w 2576829"/>
              <a:gd name="T95" fmla="*/ 461048 h 914400"/>
              <a:gd name="T96" fmla="*/ 2039073 w 2576829"/>
              <a:gd name="T97" fmla="*/ 518248 h 914400"/>
              <a:gd name="T98" fmla="*/ 2048129 w 2576829"/>
              <a:gd name="T99" fmla="*/ 684009 h 914400"/>
              <a:gd name="T100" fmla="*/ 1939150 w 2576829"/>
              <a:gd name="T101" fmla="*/ 657466 h 914400"/>
              <a:gd name="T102" fmla="*/ 1919173 w 2576829"/>
              <a:gd name="T103" fmla="*/ 715073 h 914400"/>
              <a:gd name="T104" fmla="*/ 2097100 w 2576829"/>
              <a:gd name="T105" fmla="*/ 705104 h 914400"/>
              <a:gd name="T106" fmla="*/ 2075599 w 2576829"/>
              <a:gd name="T107" fmla="*/ 490524 h 914400"/>
              <a:gd name="T108" fmla="*/ 2069058 w 2576829"/>
              <a:gd name="T109" fmla="*/ 458444 h 914400"/>
              <a:gd name="T110" fmla="*/ 2301379 w 2576829"/>
              <a:gd name="T111" fmla="*/ 550633 h 914400"/>
              <a:gd name="T112" fmla="*/ 2458758 w 2576829"/>
              <a:gd name="T113" fmla="*/ 588010 h 914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2576829" h="914400">
                <a:moveTo>
                  <a:pt x="2576715" y="483171"/>
                </a:moveTo>
                <a:lnTo>
                  <a:pt x="2558796" y="444474"/>
                </a:lnTo>
                <a:lnTo>
                  <a:pt x="2532367" y="421868"/>
                </a:lnTo>
                <a:lnTo>
                  <a:pt x="2532367" y="490296"/>
                </a:lnTo>
                <a:lnTo>
                  <a:pt x="2531821" y="502678"/>
                </a:lnTo>
                <a:lnTo>
                  <a:pt x="2503360" y="531609"/>
                </a:lnTo>
                <a:lnTo>
                  <a:pt x="2458758" y="543153"/>
                </a:lnTo>
                <a:lnTo>
                  <a:pt x="2421750" y="538378"/>
                </a:lnTo>
                <a:lnTo>
                  <a:pt x="2350554" y="520382"/>
                </a:lnTo>
                <a:lnTo>
                  <a:pt x="2253907" y="478383"/>
                </a:lnTo>
                <a:lnTo>
                  <a:pt x="2211832" y="459193"/>
                </a:lnTo>
                <a:lnTo>
                  <a:pt x="2170798" y="443496"/>
                </a:lnTo>
                <a:lnTo>
                  <a:pt x="2168347" y="442569"/>
                </a:lnTo>
                <a:lnTo>
                  <a:pt x="2123922" y="428282"/>
                </a:lnTo>
                <a:lnTo>
                  <a:pt x="2079040" y="416090"/>
                </a:lnTo>
                <a:lnTo>
                  <a:pt x="2066556" y="411111"/>
                </a:lnTo>
                <a:lnTo>
                  <a:pt x="2096058" y="406400"/>
                </a:lnTo>
                <a:lnTo>
                  <a:pt x="2124633" y="403326"/>
                </a:lnTo>
                <a:lnTo>
                  <a:pt x="2152269" y="401650"/>
                </a:lnTo>
                <a:lnTo>
                  <a:pt x="2178977" y="401142"/>
                </a:lnTo>
                <a:lnTo>
                  <a:pt x="2190597" y="400761"/>
                </a:lnTo>
                <a:lnTo>
                  <a:pt x="2214803" y="399046"/>
                </a:lnTo>
                <a:lnTo>
                  <a:pt x="2225243" y="398703"/>
                </a:lnTo>
                <a:lnTo>
                  <a:pt x="2227567" y="398703"/>
                </a:lnTo>
                <a:lnTo>
                  <a:pt x="2273846" y="400316"/>
                </a:lnTo>
                <a:lnTo>
                  <a:pt x="2320988" y="405307"/>
                </a:lnTo>
                <a:lnTo>
                  <a:pt x="2367572" y="413600"/>
                </a:lnTo>
                <a:lnTo>
                  <a:pt x="2413317" y="425234"/>
                </a:lnTo>
                <a:lnTo>
                  <a:pt x="2457970" y="440182"/>
                </a:lnTo>
                <a:lnTo>
                  <a:pt x="2501227" y="458444"/>
                </a:lnTo>
                <a:lnTo>
                  <a:pt x="2532367" y="490296"/>
                </a:lnTo>
                <a:lnTo>
                  <a:pt x="2532367" y="421868"/>
                </a:lnTo>
                <a:lnTo>
                  <a:pt x="2521216" y="416090"/>
                </a:lnTo>
                <a:lnTo>
                  <a:pt x="2475547" y="398703"/>
                </a:lnTo>
                <a:lnTo>
                  <a:pt x="2472283" y="397459"/>
                </a:lnTo>
                <a:lnTo>
                  <a:pt x="2422855" y="381584"/>
                </a:lnTo>
                <a:lnTo>
                  <a:pt x="2372880" y="368757"/>
                </a:lnTo>
                <a:lnTo>
                  <a:pt x="2322284" y="359244"/>
                </a:lnTo>
                <a:lnTo>
                  <a:pt x="2270988" y="353339"/>
                </a:lnTo>
                <a:lnTo>
                  <a:pt x="2219934" y="351358"/>
                </a:lnTo>
                <a:lnTo>
                  <a:pt x="2207691" y="351358"/>
                </a:lnTo>
                <a:lnTo>
                  <a:pt x="2196452" y="351624"/>
                </a:lnTo>
                <a:lnTo>
                  <a:pt x="2185212" y="352361"/>
                </a:lnTo>
                <a:lnTo>
                  <a:pt x="2173973" y="353796"/>
                </a:lnTo>
                <a:lnTo>
                  <a:pt x="2123605" y="357187"/>
                </a:lnTo>
                <a:lnTo>
                  <a:pt x="2073694" y="361670"/>
                </a:lnTo>
                <a:lnTo>
                  <a:pt x="2024189" y="367207"/>
                </a:lnTo>
                <a:lnTo>
                  <a:pt x="1975053" y="373735"/>
                </a:lnTo>
                <a:lnTo>
                  <a:pt x="1926285" y="381203"/>
                </a:lnTo>
                <a:lnTo>
                  <a:pt x="1877822" y="389547"/>
                </a:lnTo>
                <a:lnTo>
                  <a:pt x="1829663" y="398703"/>
                </a:lnTo>
                <a:lnTo>
                  <a:pt x="1781771" y="408609"/>
                </a:lnTo>
                <a:lnTo>
                  <a:pt x="1783905" y="422160"/>
                </a:lnTo>
                <a:lnTo>
                  <a:pt x="1747189" y="425246"/>
                </a:lnTo>
                <a:lnTo>
                  <a:pt x="1698053" y="431266"/>
                </a:lnTo>
                <a:lnTo>
                  <a:pt x="1690928" y="432396"/>
                </a:lnTo>
                <a:lnTo>
                  <a:pt x="1712709" y="420928"/>
                </a:lnTo>
                <a:lnTo>
                  <a:pt x="1754568" y="397281"/>
                </a:lnTo>
                <a:lnTo>
                  <a:pt x="1768830" y="388683"/>
                </a:lnTo>
                <a:lnTo>
                  <a:pt x="1795868" y="372414"/>
                </a:lnTo>
                <a:lnTo>
                  <a:pt x="1836724" y="346329"/>
                </a:lnTo>
                <a:lnTo>
                  <a:pt x="1876221" y="316344"/>
                </a:lnTo>
                <a:lnTo>
                  <a:pt x="1912124" y="281647"/>
                </a:lnTo>
                <a:lnTo>
                  <a:pt x="1944141" y="242938"/>
                </a:lnTo>
                <a:lnTo>
                  <a:pt x="1971992" y="200901"/>
                </a:lnTo>
                <a:lnTo>
                  <a:pt x="1995398" y="156235"/>
                </a:lnTo>
                <a:lnTo>
                  <a:pt x="2014080" y="109639"/>
                </a:lnTo>
                <a:lnTo>
                  <a:pt x="2019084" y="79730"/>
                </a:lnTo>
                <a:lnTo>
                  <a:pt x="2019007" y="64782"/>
                </a:lnTo>
                <a:lnTo>
                  <a:pt x="2016594" y="49834"/>
                </a:lnTo>
                <a:lnTo>
                  <a:pt x="2015553" y="47332"/>
                </a:lnTo>
                <a:lnTo>
                  <a:pt x="2008708" y="30848"/>
                </a:lnTo>
                <a:lnTo>
                  <a:pt x="1996605" y="15582"/>
                </a:lnTo>
                <a:lnTo>
                  <a:pt x="1980755" y="4991"/>
                </a:lnTo>
                <a:lnTo>
                  <a:pt x="1974126" y="3263"/>
                </a:lnTo>
                <a:lnTo>
                  <a:pt x="1974126" y="54813"/>
                </a:lnTo>
                <a:lnTo>
                  <a:pt x="1974075" y="64782"/>
                </a:lnTo>
                <a:lnTo>
                  <a:pt x="1949399" y="147408"/>
                </a:lnTo>
                <a:lnTo>
                  <a:pt x="1923440" y="193446"/>
                </a:lnTo>
                <a:lnTo>
                  <a:pt x="1891601" y="235305"/>
                </a:lnTo>
                <a:lnTo>
                  <a:pt x="1854250" y="272986"/>
                </a:lnTo>
                <a:lnTo>
                  <a:pt x="1811743" y="306463"/>
                </a:lnTo>
                <a:lnTo>
                  <a:pt x="1776920" y="329819"/>
                </a:lnTo>
                <a:lnTo>
                  <a:pt x="1743049" y="351307"/>
                </a:lnTo>
                <a:lnTo>
                  <a:pt x="1709166" y="370928"/>
                </a:lnTo>
                <a:lnTo>
                  <a:pt x="1674355" y="388683"/>
                </a:lnTo>
                <a:lnTo>
                  <a:pt x="1697850" y="357238"/>
                </a:lnTo>
                <a:lnTo>
                  <a:pt x="1719935" y="325780"/>
                </a:lnTo>
                <a:lnTo>
                  <a:pt x="1741093" y="293382"/>
                </a:lnTo>
                <a:lnTo>
                  <a:pt x="1761782" y="259118"/>
                </a:lnTo>
                <a:lnTo>
                  <a:pt x="1794637" y="210134"/>
                </a:lnTo>
                <a:lnTo>
                  <a:pt x="1827974" y="163169"/>
                </a:lnTo>
                <a:lnTo>
                  <a:pt x="1862861" y="120281"/>
                </a:lnTo>
                <a:lnTo>
                  <a:pt x="1900389" y="83477"/>
                </a:lnTo>
                <a:lnTo>
                  <a:pt x="1941652" y="54813"/>
                </a:lnTo>
                <a:lnTo>
                  <a:pt x="1946643" y="49834"/>
                </a:lnTo>
                <a:lnTo>
                  <a:pt x="1954136" y="47332"/>
                </a:lnTo>
                <a:lnTo>
                  <a:pt x="1966633" y="47332"/>
                </a:lnTo>
                <a:lnTo>
                  <a:pt x="1974126" y="54813"/>
                </a:lnTo>
                <a:lnTo>
                  <a:pt x="1974126" y="3263"/>
                </a:lnTo>
                <a:lnTo>
                  <a:pt x="1961629" y="0"/>
                </a:lnTo>
                <a:lnTo>
                  <a:pt x="1950072" y="901"/>
                </a:lnTo>
                <a:lnTo>
                  <a:pt x="1938515" y="3429"/>
                </a:lnTo>
                <a:lnTo>
                  <a:pt x="1879727" y="39458"/>
                </a:lnTo>
                <a:lnTo>
                  <a:pt x="1843570" y="72263"/>
                </a:lnTo>
                <a:lnTo>
                  <a:pt x="1810181" y="109639"/>
                </a:lnTo>
                <a:lnTo>
                  <a:pt x="1779079" y="150329"/>
                </a:lnTo>
                <a:lnTo>
                  <a:pt x="1749780" y="193103"/>
                </a:lnTo>
                <a:lnTo>
                  <a:pt x="1721815" y="236702"/>
                </a:lnTo>
                <a:lnTo>
                  <a:pt x="1693799" y="281330"/>
                </a:lnTo>
                <a:lnTo>
                  <a:pt x="1664258" y="324650"/>
                </a:lnTo>
                <a:lnTo>
                  <a:pt x="1632496" y="365328"/>
                </a:lnTo>
                <a:lnTo>
                  <a:pt x="1597825" y="402069"/>
                </a:lnTo>
                <a:lnTo>
                  <a:pt x="1559534" y="433552"/>
                </a:lnTo>
                <a:lnTo>
                  <a:pt x="1516964" y="458444"/>
                </a:lnTo>
                <a:lnTo>
                  <a:pt x="1520812" y="467093"/>
                </a:lnTo>
                <a:lnTo>
                  <a:pt x="1457325" y="484301"/>
                </a:lnTo>
                <a:lnTo>
                  <a:pt x="1409903" y="498538"/>
                </a:lnTo>
                <a:lnTo>
                  <a:pt x="1362633" y="513676"/>
                </a:lnTo>
                <a:lnTo>
                  <a:pt x="1315478" y="529564"/>
                </a:lnTo>
                <a:lnTo>
                  <a:pt x="1268399" y="546074"/>
                </a:lnTo>
                <a:lnTo>
                  <a:pt x="1127264" y="597966"/>
                </a:lnTo>
                <a:lnTo>
                  <a:pt x="650113" y="782345"/>
                </a:lnTo>
                <a:lnTo>
                  <a:pt x="647611" y="784834"/>
                </a:lnTo>
                <a:lnTo>
                  <a:pt x="602246" y="803719"/>
                </a:lnTo>
                <a:lnTo>
                  <a:pt x="556196" y="820458"/>
                </a:lnTo>
                <a:lnTo>
                  <a:pt x="509587" y="834986"/>
                </a:lnTo>
                <a:lnTo>
                  <a:pt x="462572" y="847217"/>
                </a:lnTo>
                <a:lnTo>
                  <a:pt x="415264" y="857110"/>
                </a:lnTo>
                <a:lnTo>
                  <a:pt x="367830" y="864565"/>
                </a:lnTo>
                <a:lnTo>
                  <a:pt x="331635" y="868083"/>
                </a:lnTo>
                <a:lnTo>
                  <a:pt x="274294" y="863269"/>
                </a:lnTo>
                <a:lnTo>
                  <a:pt x="229425" y="852309"/>
                </a:lnTo>
                <a:lnTo>
                  <a:pt x="186359" y="834771"/>
                </a:lnTo>
                <a:lnTo>
                  <a:pt x="145694" y="811250"/>
                </a:lnTo>
                <a:lnTo>
                  <a:pt x="108026" y="782345"/>
                </a:lnTo>
                <a:lnTo>
                  <a:pt x="78892" y="740219"/>
                </a:lnTo>
                <a:lnTo>
                  <a:pt x="59067" y="694499"/>
                </a:lnTo>
                <a:lnTo>
                  <a:pt x="48691" y="646557"/>
                </a:lnTo>
                <a:lnTo>
                  <a:pt x="48209" y="617905"/>
                </a:lnTo>
                <a:lnTo>
                  <a:pt x="48171" y="615988"/>
                </a:lnTo>
                <a:lnTo>
                  <a:pt x="48056" y="608812"/>
                </a:lnTo>
                <a:lnTo>
                  <a:pt x="47942" y="601764"/>
                </a:lnTo>
                <a:lnTo>
                  <a:pt x="47879" y="597789"/>
                </a:lnTo>
                <a:lnTo>
                  <a:pt x="56718" y="549859"/>
                </a:lnTo>
                <a:lnTo>
                  <a:pt x="75539" y="503288"/>
                </a:lnTo>
                <a:lnTo>
                  <a:pt x="104114" y="461048"/>
                </a:lnTo>
                <a:lnTo>
                  <a:pt x="139280" y="424395"/>
                </a:lnTo>
                <a:lnTo>
                  <a:pt x="180149" y="393979"/>
                </a:lnTo>
                <a:lnTo>
                  <a:pt x="225793" y="370420"/>
                </a:lnTo>
                <a:lnTo>
                  <a:pt x="275336" y="354330"/>
                </a:lnTo>
                <a:lnTo>
                  <a:pt x="327863" y="346329"/>
                </a:lnTo>
                <a:lnTo>
                  <a:pt x="335356" y="346329"/>
                </a:lnTo>
                <a:lnTo>
                  <a:pt x="342849" y="343827"/>
                </a:lnTo>
                <a:lnTo>
                  <a:pt x="350342" y="343827"/>
                </a:lnTo>
                <a:lnTo>
                  <a:pt x="378282" y="346519"/>
                </a:lnTo>
                <a:lnTo>
                  <a:pt x="430428" y="365912"/>
                </a:lnTo>
                <a:lnTo>
                  <a:pt x="461149" y="391795"/>
                </a:lnTo>
                <a:lnTo>
                  <a:pt x="471309" y="417461"/>
                </a:lnTo>
                <a:lnTo>
                  <a:pt x="471373" y="417652"/>
                </a:lnTo>
                <a:lnTo>
                  <a:pt x="464743" y="458254"/>
                </a:lnTo>
                <a:lnTo>
                  <a:pt x="425665" y="499719"/>
                </a:lnTo>
                <a:lnTo>
                  <a:pt x="386207" y="512559"/>
                </a:lnTo>
                <a:lnTo>
                  <a:pt x="363004" y="514286"/>
                </a:lnTo>
                <a:lnTo>
                  <a:pt x="352831" y="513257"/>
                </a:lnTo>
                <a:lnTo>
                  <a:pt x="328904" y="512330"/>
                </a:lnTo>
                <a:lnTo>
                  <a:pt x="305676" y="509524"/>
                </a:lnTo>
                <a:lnTo>
                  <a:pt x="282930" y="504863"/>
                </a:lnTo>
                <a:lnTo>
                  <a:pt x="260413" y="498309"/>
                </a:lnTo>
                <a:lnTo>
                  <a:pt x="247916" y="545655"/>
                </a:lnTo>
                <a:lnTo>
                  <a:pt x="270865" y="552196"/>
                </a:lnTo>
                <a:lnTo>
                  <a:pt x="294754" y="556869"/>
                </a:lnTo>
                <a:lnTo>
                  <a:pt x="319582" y="559676"/>
                </a:lnTo>
                <a:lnTo>
                  <a:pt x="345351" y="560603"/>
                </a:lnTo>
                <a:lnTo>
                  <a:pt x="361810" y="560146"/>
                </a:lnTo>
                <a:lnTo>
                  <a:pt x="410298" y="553123"/>
                </a:lnTo>
                <a:lnTo>
                  <a:pt x="452412" y="537552"/>
                </a:lnTo>
                <a:lnTo>
                  <a:pt x="486803" y="510768"/>
                </a:lnTo>
                <a:lnTo>
                  <a:pt x="510413" y="474649"/>
                </a:lnTo>
                <a:lnTo>
                  <a:pt x="520166" y="431266"/>
                </a:lnTo>
                <a:lnTo>
                  <a:pt x="520090" y="416090"/>
                </a:lnTo>
                <a:lnTo>
                  <a:pt x="500888" y="364477"/>
                </a:lnTo>
                <a:lnTo>
                  <a:pt x="481355" y="343827"/>
                </a:lnTo>
                <a:lnTo>
                  <a:pt x="453580" y="325932"/>
                </a:lnTo>
                <a:lnTo>
                  <a:pt x="419354" y="310210"/>
                </a:lnTo>
                <a:lnTo>
                  <a:pt x="383705" y="300088"/>
                </a:lnTo>
                <a:lnTo>
                  <a:pt x="347840" y="296494"/>
                </a:lnTo>
                <a:lnTo>
                  <a:pt x="330352" y="296494"/>
                </a:lnTo>
                <a:lnTo>
                  <a:pt x="322859" y="298983"/>
                </a:lnTo>
                <a:lnTo>
                  <a:pt x="271538" y="305790"/>
                </a:lnTo>
                <a:lnTo>
                  <a:pt x="222859" y="319519"/>
                </a:lnTo>
                <a:lnTo>
                  <a:pt x="177266" y="339788"/>
                </a:lnTo>
                <a:lnTo>
                  <a:pt x="135267" y="366204"/>
                </a:lnTo>
                <a:lnTo>
                  <a:pt x="97332" y="398373"/>
                </a:lnTo>
                <a:lnTo>
                  <a:pt x="63931" y="435889"/>
                </a:lnTo>
                <a:lnTo>
                  <a:pt x="35572" y="478383"/>
                </a:lnTo>
                <a:lnTo>
                  <a:pt x="16687" y="520534"/>
                </a:lnTo>
                <a:lnTo>
                  <a:pt x="4889" y="564273"/>
                </a:lnTo>
                <a:lnTo>
                  <a:pt x="0" y="608812"/>
                </a:lnTo>
                <a:lnTo>
                  <a:pt x="1803" y="652399"/>
                </a:lnTo>
                <a:lnTo>
                  <a:pt x="1841" y="653415"/>
                </a:lnTo>
                <a:lnTo>
                  <a:pt x="10248" y="697318"/>
                </a:lnTo>
                <a:lnTo>
                  <a:pt x="25031" y="739762"/>
                </a:lnTo>
                <a:lnTo>
                  <a:pt x="46024" y="779995"/>
                </a:lnTo>
                <a:lnTo>
                  <a:pt x="73050" y="817232"/>
                </a:lnTo>
                <a:lnTo>
                  <a:pt x="108915" y="846061"/>
                </a:lnTo>
                <a:lnTo>
                  <a:pt x="148539" y="870115"/>
                </a:lnTo>
                <a:lnTo>
                  <a:pt x="191084" y="889177"/>
                </a:lnTo>
                <a:lnTo>
                  <a:pt x="235699" y="903058"/>
                </a:lnTo>
                <a:lnTo>
                  <a:pt x="281571" y="911529"/>
                </a:lnTo>
                <a:lnTo>
                  <a:pt x="327863" y="914400"/>
                </a:lnTo>
                <a:lnTo>
                  <a:pt x="338709" y="913663"/>
                </a:lnTo>
                <a:lnTo>
                  <a:pt x="349084" y="912228"/>
                </a:lnTo>
                <a:lnTo>
                  <a:pt x="359460" y="911250"/>
                </a:lnTo>
                <a:lnTo>
                  <a:pt x="370319" y="911910"/>
                </a:lnTo>
                <a:lnTo>
                  <a:pt x="374230" y="911250"/>
                </a:lnTo>
                <a:lnTo>
                  <a:pt x="420941" y="903376"/>
                </a:lnTo>
                <a:lnTo>
                  <a:pt x="470522" y="892632"/>
                </a:lnTo>
                <a:lnTo>
                  <a:pt x="519264" y="879525"/>
                </a:lnTo>
                <a:lnTo>
                  <a:pt x="567397" y="863930"/>
                </a:lnTo>
                <a:lnTo>
                  <a:pt x="615099" y="845705"/>
                </a:lnTo>
                <a:lnTo>
                  <a:pt x="662609" y="824699"/>
                </a:lnTo>
                <a:lnTo>
                  <a:pt x="667600" y="822210"/>
                </a:lnTo>
                <a:lnTo>
                  <a:pt x="1142250" y="635342"/>
                </a:lnTo>
                <a:lnTo>
                  <a:pt x="1235151" y="601764"/>
                </a:lnTo>
                <a:lnTo>
                  <a:pt x="1281493" y="585571"/>
                </a:lnTo>
                <a:lnTo>
                  <a:pt x="1327835" y="569887"/>
                </a:lnTo>
                <a:lnTo>
                  <a:pt x="1374216" y="554824"/>
                </a:lnTo>
                <a:lnTo>
                  <a:pt x="1420698" y="540486"/>
                </a:lnTo>
                <a:lnTo>
                  <a:pt x="1467307" y="526973"/>
                </a:lnTo>
                <a:lnTo>
                  <a:pt x="1514119" y="514362"/>
                </a:lnTo>
                <a:lnTo>
                  <a:pt x="1561172" y="502767"/>
                </a:lnTo>
                <a:lnTo>
                  <a:pt x="1608505" y="492290"/>
                </a:lnTo>
                <a:lnTo>
                  <a:pt x="1656194" y="483019"/>
                </a:lnTo>
                <a:lnTo>
                  <a:pt x="1704251" y="475056"/>
                </a:lnTo>
                <a:lnTo>
                  <a:pt x="1752752" y="468490"/>
                </a:lnTo>
                <a:lnTo>
                  <a:pt x="1801749" y="463435"/>
                </a:lnTo>
                <a:lnTo>
                  <a:pt x="1812988" y="462000"/>
                </a:lnTo>
                <a:lnTo>
                  <a:pt x="1824228" y="461251"/>
                </a:lnTo>
                <a:lnTo>
                  <a:pt x="1832762" y="461048"/>
                </a:lnTo>
                <a:lnTo>
                  <a:pt x="1849234" y="461048"/>
                </a:lnTo>
                <a:lnTo>
                  <a:pt x="1909787" y="465924"/>
                </a:lnTo>
                <a:lnTo>
                  <a:pt x="1969135" y="478383"/>
                </a:lnTo>
                <a:lnTo>
                  <a:pt x="2007374" y="494118"/>
                </a:lnTo>
                <a:lnTo>
                  <a:pt x="2039073" y="518248"/>
                </a:lnTo>
                <a:lnTo>
                  <a:pt x="2063267" y="549859"/>
                </a:lnTo>
                <a:lnTo>
                  <a:pt x="2079040" y="588010"/>
                </a:lnTo>
                <a:lnTo>
                  <a:pt x="2081225" y="623443"/>
                </a:lnTo>
                <a:lnTo>
                  <a:pt x="2070290" y="656526"/>
                </a:lnTo>
                <a:lnTo>
                  <a:pt x="2048129" y="684009"/>
                </a:lnTo>
                <a:lnTo>
                  <a:pt x="2016594" y="702614"/>
                </a:lnTo>
                <a:lnTo>
                  <a:pt x="2009101" y="702614"/>
                </a:lnTo>
                <a:lnTo>
                  <a:pt x="2004110" y="705104"/>
                </a:lnTo>
                <a:lnTo>
                  <a:pt x="1964397" y="691451"/>
                </a:lnTo>
                <a:lnTo>
                  <a:pt x="1939150" y="657466"/>
                </a:lnTo>
                <a:lnTo>
                  <a:pt x="1937270" y="644817"/>
                </a:lnTo>
                <a:lnTo>
                  <a:pt x="1939150" y="632853"/>
                </a:lnTo>
                <a:lnTo>
                  <a:pt x="1891690" y="617905"/>
                </a:lnTo>
                <a:lnTo>
                  <a:pt x="1892312" y="669290"/>
                </a:lnTo>
                <a:lnTo>
                  <a:pt x="1919173" y="715073"/>
                </a:lnTo>
                <a:lnTo>
                  <a:pt x="1959127" y="745286"/>
                </a:lnTo>
                <a:lnTo>
                  <a:pt x="2006600" y="754938"/>
                </a:lnTo>
                <a:lnTo>
                  <a:pt x="2029079" y="754938"/>
                </a:lnTo>
                <a:lnTo>
                  <a:pt x="2067750" y="734174"/>
                </a:lnTo>
                <a:lnTo>
                  <a:pt x="2097100" y="705104"/>
                </a:lnTo>
                <a:lnTo>
                  <a:pt x="2119909" y="665962"/>
                </a:lnTo>
                <a:lnTo>
                  <a:pt x="2129802" y="624027"/>
                </a:lnTo>
                <a:lnTo>
                  <a:pt x="2126513" y="580529"/>
                </a:lnTo>
                <a:lnTo>
                  <a:pt x="2106091" y="531685"/>
                </a:lnTo>
                <a:lnTo>
                  <a:pt x="2075599" y="490524"/>
                </a:lnTo>
                <a:lnTo>
                  <a:pt x="2039620" y="461048"/>
                </a:lnTo>
                <a:lnTo>
                  <a:pt x="2036216" y="458254"/>
                </a:lnTo>
                <a:lnTo>
                  <a:pt x="2019363" y="450303"/>
                </a:lnTo>
                <a:lnTo>
                  <a:pt x="2031974" y="451904"/>
                </a:lnTo>
                <a:lnTo>
                  <a:pt x="2069058" y="458444"/>
                </a:lnTo>
                <a:lnTo>
                  <a:pt x="2110270" y="473481"/>
                </a:lnTo>
                <a:lnTo>
                  <a:pt x="2151481" y="488975"/>
                </a:lnTo>
                <a:lnTo>
                  <a:pt x="2192705" y="505409"/>
                </a:lnTo>
                <a:lnTo>
                  <a:pt x="2233930" y="523227"/>
                </a:lnTo>
                <a:lnTo>
                  <a:pt x="2301379" y="550633"/>
                </a:lnTo>
                <a:lnTo>
                  <a:pt x="2338184" y="566635"/>
                </a:lnTo>
                <a:lnTo>
                  <a:pt x="2376627" y="577735"/>
                </a:lnTo>
                <a:lnTo>
                  <a:pt x="2415552" y="584631"/>
                </a:lnTo>
                <a:lnTo>
                  <a:pt x="2453767" y="588010"/>
                </a:lnTo>
                <a:lnTo>
                  <a:pt x="2458758" y="588010"/>
                </a:lnTo>
                <a:lnTo>
                  <a:pt x="2504973" y="579920"/>
                </a:lnTo>
                <a:lnTo>
                  <a:pt x="2543695" y="560603"/>
                </a:lnTo>
                <a:lnTo>
                  <a:pt x="2574912" y="511086"/>
                </a:lnTo>
                <a:lnTo>
                  <a:pt x="2576715" y="483171"/>
                </a:lnTo>
                <a:close/>
              </a:path>
            </a:pathLst>
          </a:custGeom>
          <a:solidFill>
            <a:srgbClr val="E49E4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IN" sz="899"/>
          </a:p>
        </p:txBody>
      </p:sp>
      <p:sp>
        <p:nvSpPr>
          <p:cNvPr id="67593" name="object 14">
            <a:extLst>
              <a:ext uri="{FF2B5EF4-FFF2-40B4-BE49-F238E27FC236}">
                <a16:creationId xmlns:a16="http://schemas.microsoft.com/office/drawing/2014/main" id="{FD0E12A4-1200-3F37-DD8E-3514B94CEA10}"/>
              </a:ext>
            </a:extLst>
          </p:cNvPr>
          <p:cNvSpPr>
            <a:spLocks/>
          </p:cNvSpPr>
          <p:nvPr/>
        </p:nvSpPr>
        <p:spPr bwMode="auto">
          <a:xfrm>
            <a:off x="3270269" y="1771052"/>
            <a:ext cx="1287461" cy="456636"/>
          </a:xfrm>
          <a:custGeom>
            <a:avLst/>
            <a:gdLst>
              <a:gd name="T0" fmla="*/ 2512784 w 2577465"/>
              <a:gd name="T1" fmla="*/ 435889 h 915035"/>
              <a:gd name="T2" fmla="*/ 2305177 w 2577465"/>
              <a:gd name="T3" fmla="*/ 305790 h 915035"/>
              <a:gd name="T4" fmla="*/ 2123148 w 2577465"/>
              <a:gd name="T5" fmla="*/ 325932 h 915035"/>
              <a:gd name="T6" fmla="*/ 2089924 w 2577465"/>
              <a:gd name="T7" fmla="*/ 510768 h 915035"/>
              <a:gd name="T8" fmla="*/ 2257145 w 2577465"/>
              <a:gd name="T9" fmla="*/ 559676 h 915035"/>
              <a:gd name="T10" fmla="*/ 2295245 w 2577465"/>
              <a:gd name="T11" fmla="*/ 504863 h 915035"/>
              <a:gd name="T12" fmla="*/ 2151049 w 2577465"/>
              <a:gd name="T13" fmla="*/ 499719 h 915035"/>
              <a:gd name="T14" fmla="*/ 2171433 w 2577465"/>
              <a:gd name="T15" fmla="*/ 354114 h 915035"/>
              <a:gd name="T16" fmla="*/ 2301392 w 2577465"/>
              <a:gd name="T17" fmla="*/ 354330 h 915035"/>
              <a:gd name="T18" fmla="*/ 2501188 w 2577465"/>
              <a:gd name="T19" fmla="*/ 503288 h 915035"/>
              <a:gd name="T20" fmla="*/ 2497836 w 2577465"/>
              <a:gd name="T21" fmla="*/ 740219 h 915035"/>
              <a:gd name="T22" fmla="*/ 2304910 w 2577465"/>
              <a:gd name="T23" fmla="*/ 863269 h 915035"/>
              <a:gd name="T24" fmla="*/ 2115909 w 2577465"/>
              <a:gd name="T25" fmla="*/ 847217 h 915035"/>
              <a:gd name="T26" fmla="*/ 1926615 w 2577465"/>
              <a:gd name="T27" fmla="*/ 782345 h 915035"/>
              <a:gd name="T28" fmla="*/ 1688045 w 2577465"/>
              <a:gd name="T29" fmla="*/ 689229 h 915035"/>
              <a:gd name="T30" fmla="*/ 1449476 w 2577465"/>
              <a:gd name="T31" fmla="*/ 597966 h 915035"/>
              <a:gd name="T32" fmla="*/ 1214094 w 2577465"/>
              <a:gd name="T33" fmla="*/ 513676 h 915035"/>
              <a:gd name="T34" fmla="*/ 1059764 w 2577465"/>
              <a:gd name="T35" fmla="*/ 458444 h 915035"/>
              <a:gd name="T36" fmla="*/ 912469 w 2577465"/>
              <a:gd name="T37" fmla="*/ 324650 h 915035"/>
              <a:gd name="T38" fmla="*/ 799795 w 2577465"/>
              <a:gd name="T39" fmla="*/ 329819 h 915035"/>
              <a:gd name="T40" fmla="*/ 627329 w 2577465"/>
              <a:gd name="T41" fmla="*/ 147408 h 915035"/>
              <a:gd name="T42" fmla="*/ 630085 w 2577465"/>
              <a:gd name="T43" fmla="*/ 49834 h 915035"/>
              <a:gd name="T44" fmla="*/ 782091 w 2577465"/>
              <a:gd name="T45" fmla="*/ 210134 h 915035"/>
              <a:gd name="T46" fmla="*/ 902385 w 2577465"/>
              <a:gd name="T47" fmla="*/ 388683 h 915035"/>
              <a:gd name="T48" fmla="*/ 797648 w 2577465"/>
              <a:gd name="T49" fmla="*/ 150329 h 915035"/>
              <a:gd name="T50" fmla="*/ 615099 w 2577465"/>
              <a:gd name="T51" fmla="*/ 0 h 915035"/>
              <a:gd name="T52" fmla="*/ 559155 w 2577465"/>
              <a:gd name="T53" fmla="*/ 64782 h 915035"/>
              <a:gd name="T54" fmla="*/ 664679 w 2577465"/>
              <a:gd name="T55" fmla="*/ 281647 h 915035"/>
              <a:gd name="T56" fmla="*/ 864019 w 2577465"/>
              <a:gd name="T57" fmla="*/ 420928 h 915035"/>
              <a:gd name="T58" fmla="*/ 797458 w 2577465"/>
              <a:gd name="T59" fmla="*/ 408609 h 915035"/>
              <a:gd name="T60" fmla="*/ 552665 w 2577465"/>
              <a:gd name="T61" fmla="*/ 367207 h 915035"/>
              <a:gd name="T62" fmla="*/ 408368 w 2577465"/>
              <a:gd name="T63" fmla="*/ 442569 h 915035"/>
              <a:gd name="T64" fmla="*/ 191033 w 2577465"/>
              <a:gd name="T65" fmla="*/ 531012 h 915035"/>
              <a:gd name="T66" fmla="*/ 44348 w 2577465"/>
              <a:gd name="T67" fmla="*/ 490296 h 915035"/>
              <a:gd name="T68" fmla="*/ 255727 w 2577465"/>
              <a:gd name="T69" fmla="*/ 405307 h 915035"/>
              <a:gd name="T70" fmla="*/ 386130 w 2577465"/>
              <a:gd name="T71" fmla="*/ 400761 h 915035"/>
              <a:gd name="T72" fmla="*/ 510171 w 2577465"/>
              <a:gd name="T73" fmla="*/ 411111 h 915035"/>
              <a:gd name="T74" fmla="*/ 391515 w 2577465"/>
              <a:gd name="T75" fmla="*/ 352361 h 915035"/>
              <a:gd name="T76" fmla="*/ 254444 w 2577465"/>
              <a:gd name="T77" fmla="*/ 359244 h 915035"/>
              <a:gd name="T78" fmla="*/ 17919 w 2577465"/>
              <a:gd name="T79" fmla="*/ 444474 h 915035"/>
              <a:gd name="T80" fmla="*/ 117970 w 2577465"/>
              <a:gd name="T81" fmla="*/ 588010 h 915035"/>
              <a:gd name="T82" fmla="*/ 275361 w 2577465"/>
              <a:gd name="T83" fmla="*/ 550633 h 915035"/>
              <a:gd name="T84" fmla="*/ 466458 w 2577465"/>
              <a:gd name="T85" fmla="*/ 473481 h 915035"/>
              <a:gd name="T86" fmla="*/ 501116 w 2577465"/>
              <a:gd name="T87" fmla="*/ 490524 h 915035"/>
              <a:gd name="T88" fmla="*/ 478091 w 2577465"/>
              <a:gd name="T89" fmla="*/ 703592 h 915035"/>
              <a:gd name="T90" fmla="*/ 657567 w 2577465"/>
              <a:gd name="T91" fmla="*/ 715073 h 915035"/>
              <a:gd name="T92" fmla="*/ 639445 w 2577465"/>
              <a:gd name="T93" fmla="*/ 644817 h 915035"/>
              <a:gd name="T94" fmla="*/ 560133 w 2577465"/>
              <a:gd name="T95" fmla="*/ 702614 h 915035"/>
              <a:gd name="T96" fmla="*/ 513448 w 2577465"/>
              <a:gd name="T97" fmla="*/ 549859 h 915035"/>
              <a:gd name="T98" fmla="*/ 732510 w 2577465"/>
              <a:gd name="T99" fmla="*/ 460933 h 915035"/>
              <a:gd name="T100" fmla="*/ 829678 w 2577465"/>
              <a:gd name="T101" fmla="*/ 468947 h 915035"/>
              <a:gd name="T102" fmla="*/ 1084630 w 2577465"/>
              <a:gd name="T103" fmla="*/ 520065 h 915035"/>
              <a:gd name="T104" fmla="*/ 1334452 w 2577465"/>
              <a:gd name="T105" fmla="*/ 599249 h 915035"/>
              <a:gd name="T106" fmla="*/ 1579397 w 2577465"/>
              <a:gd name="T107" fmla="*/ 691413 h 915035"/>
              <a:gd name="T108" fmla="*/ 1817154 w 2577465"/>
              <a:gd name="T109" fmla="*/ 784847 h 915035"/>
              <a:gd name="T110" fmla="*/ 2057450 w 2577465"/>
              <a:gd name="T111" fmla="*/ 879525 h 915035"/>
              <a:gd name="T112" fmla="*/ 2227643 w 2577465"/>
              <a:gd name="T113" fmla="*/ 912228 h 915035"/>
              <a:gd name="T114" fmla="*/ 2387828 w 2577465"/>
              <a:gd name="T115" fmla="*/ 889177 h 915035"/>
              <a:gd name="T116" fmla="*/ 2552738 w 2577465"/>
              <a:gd name="T117" fmla="*/ 739762 h 9150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577465" h="915035">
                <a:moveTo>
                  <a:pt x="2576855" y="608812"/>
                </a:moveTo>
                <a:lnTo>
                  <a:pt x="2571864" y="564273"/>
                </a:lnTo>
                <a:lnTo>
                  <a:pt x="2560040" y="520547"/>
                </a:lnTo>
                <a:lnTo>
                  <a:pt x="2541155" y="478383"/>
                </a:lnTo>
                <a:lnTo>
                  <a:pt x="2512784" y="435889"/>
                </a:lnTo>
                <a:lnTo>
                  <a:pt x="2479383" y="398373"/>
                </a:lnTo>
                <a:lnTo>
                  <a:pt x="2441448" y="366204"/>
                </a:lnTo>
                <a:lnTo>
                  <a:pt x="2399449" y="339788"/>
                </a:lnTo>
                <a:lnTo>
                  <a:pt x="2353868" y="319519"/>
                </a:lnTo>
                <a:lnTo>
                  <a:pt x="2305177" y="305790"/>
                </a:lnTo>
                <a:lnTo>
                  <a:pt x="2253869" y="298996"/>
                </a:lnTo>
                <a:lnTo>
                  <a:pt x="2246376" y="296506"/>
                </a:lnTo>
                <a:lnTo>
                  <a:pt x="2228888" y="296506"/>
                </a:lnTo>
                <a:lnTo>
                  <a:pt x="2193010" y="300088"/>
                </a:lnTo>
                <a:lnTo>
                  <a:pt x="2123148" y="325932"/>
                </a:lnTo>
                <a:lnTo>
                  <a:pt x="2075840" y="364477"/>
                </a:lnTo>
                <a:lnTo>
                  <a:pt x="2056714" y="407301"/>
                </a:lnTo>
                <a:lnTo>
                  <a:pt x="2056523" y="431038"/>
                </a:lnTo>
                <a:lnTo>
                  <a:pt x="2066315" y="474649"/>
                </a:lnTo>
                <a:lnTo>
                  <a:pt x="2089924" y="510768"/>
                </a:lnTo>
                <a:lnTo>
                  <a:pt x="2124316" y="537552"/>
                </a:lnTo>
                <a:lnTo>
                  <a:pt x="2166442" y="553123"/>
                </a:lnTo>
                <a:lnTo>
                  <a:pt x="2214918" y="560146"/>
                </a:lnTo>
                <a:lnTo>
                  <a:pt x="2231390" y="560616"/>
                </a:lnTo>
                <a:lnTo>
                  <a:pt x="2257145" y="559676"/>
                </a:lnTo>
                <a:lnTo>
                  <a:pt x="2281974" y="556869"/>
                </a:lnTo>
                <a:lnTo>
                  <a:pt x="2305862" y="552196"/>
                </a:lnTo>
                <a:lnTo>
                  <a:pt x="2328811" y="545655"/>
                </a:lnTo>
                <a:lnTo>
                  <a:pt x="2316327" y="498309"/>
                </a:lnTo>
                <a:lnTo>
                  <a:pt x="2295245" y="504863"/>
                </a:lnTo>
                <a:lnTo>
                  <a:pt x="2273223" y="509524"/>
                </a:lnTo>
                <a:lnTo>
                  <a:pt x="2250275" y="512330"/>
                </a:lnTo>
                <a:lnTo>
                  <a:pt x="2226399" y="513257"/>
                </a:lnTo>
                <a:lnTo>
                  <a:pt x="2214753" y="514273"/>
                </a:lnTo>
                <a:lnTo>
                  <a:pt x="2151049" y="499719"/>
                </a:lnTo>
                <a:lnTo>
                  <a:pt x="2112175" y="458914"/>
                </a:lnTo>
                <a:lnTo>
                  <a:pt x="2103983" y="431038"/>
                </a:lnTo>
                <a:lnTo>
                  <a:pt x="2105342" y="417652"/>
                </a:lnTo>
                <a:lnTo>
                  <a:pt x="2123973" y="381203"/>
                </a:lnTo>
                <a:lnTo>
                  <a:pt x="2171433" y="354114"/>
                </a:lnTo>
                <a:lnTo>
                  <a:pt x="2226399" y="343827"/>
                </a:lnTo>
                <a:lnTo>
                  <a:pt x="2233892" y="343827"/>
                </a:lnTo>
                <a:lnTo>
                  <a:pt x="2241385" y="346329"/>
                </a:lnTo>
                <a:lnTo>
                  <a:pt x="2248878" y="346329"/>
                </a:lnTo>
                <a:lnTo>
                  <a:pt x="2301392" y="354330"/>
                </a:lnTo>
                <a:lnTo>
                  <a:pt x="2350922" y="370420"/>
                </a:lnTo>
                <a:lnTo>
                  <a:pt x="2396579" y="393979"/>
                </a:lnTo>
                <a:lnTo>
                  <a:pt x="2437434" y="424395"/>
                </a:lnTo>
                <a:lnTo>
                  <a:pt x="2472601" y="461048"/>
                </a:lnTo>
                <a:lnTo>
                  <a:pt x="2501188" y="503288"/>
                </a:lnTo>
                <a:lnTo>
                  <a:pt x="2519934" y="549579"/>
                </a:lnTo>
                <a:lnTo>
                  <a:pt x="2528849" y="597789"/>
                </a:lnTo>
                <a:lnTo>
                  <a:pt x="2528036" y="646557"/>
                </a:lnTo>
                <a:lnTo>
                  <a:pt x="2517648" y="694499"/>
                </a:lnTo>
                <a:lnTo>
                  <a:pt x="2497836" y="740219"/>
                </a:lnTo>
                <a:lnTo>
                  <a:pt x="2468715" y="782345"/>
                </a:lnTo>
                <a:lnTo>
                  <a:pt x="2432253" y="811250"/>
                </a:lnTo>
                <a:lnTo>
                  <a:pt x="2392324" y="834771"/>
                </a:lnTo>
                <a:lnTo>
                  <a:pt x="2349639" y="852309"/>
                </a:lnTo>
                <a:lnTo>
                  <a:pt x="2304910" y="863269"/>
                </a:lnTo>
                <a:lnTo>
                  <a:pt x="2258872" y="867054"/>
                </a:lnTo>
                <a:lnTo>
                  <a:pt x="2246147" y="868083"/>
                </a:lnTo>
                <a:lnTo>
                  <a:pt x="2233892" y="867689"/>
                </a:lnTo>
                <a:lnTo>
                  <a:pt x="2162505" y="857110"/>
                </a:lnTo>
                <a:lnTo>
                  <a:pt x="2115909" y="847217"/>
                </a:lnTo>
                <a:lnTo>
                  <a:pt x="2069312" y="834986"/>
                </a:lnTo>
                <a:lnTo>
                  <a:pt x="2022932" y="820458"/>
                </a:lnTo>
                <a:lnTo>
                  <a:pt x="1976958" y="803719"/>
                </a:lnTo>
                <a:lnTo>
                  <a:pt x="1931619" y="784834"/>
                </a:lnTo>
                <a:lnTo>
                  <a:pt x="1926615" y="782345"/>
                </a:lnTo>
                <a:lnTo>
                  <a:pt x="1879257" y="763663"/>
                </a:lnTo>
                <a:lnTo>
                  <a:pt x="1831657" y="745007"/>
                </a:lnTo>
                <a:lnTo>
                  <a:pt x="1783892" y="726363"/>
                </a:lnTo>
                <a:lnTo>
                  <a:pt x="1735988" y="707771"/>
                </a:lnTo>
                <a:lnTo>
                  <a:pt x="1688045" y="689229"/>
                </a:lnTo>
                <a:lnTo>
                  <a:pt x="1640090" y="670775"/>
                </a:lnTo>
                <a:lnTo>
                  <a:pt x="1592186" y="652399"/>
                </a:lnTo>
                <a:lnTo>
                  <a:pt x="1544421" y="634136"/>
                </a:lnTo>
                <a:lnTo>
                  <a:pt x="1496822" y="615988"/>
                </a:lnTo>
                <a:lnTo>
                  <a:pt x="1449476" y="597966"/>
                </a:lnTo>
                <a:lnTo>
                  <a:pt x="1402397" y="580415"/>
                </a:lnTo>
                <a:lnTo>
                  <a:pt x="1355356" y="563067"/>
                </a:lnTo>
                <a:lnTo>
                  <a:pt x="1308315" y="546074"/>
                </a:lnTo>
                <a:lnTo>
                  <a:pt x="1261237" y="529564"/>
                </a:lnTo>
                <a:lnTo>
                  <a:pt x="1214094" y="513676"/>
                </a:lnTo>
                <a:lnTo>
                  <a:pt x="1166825" y="498538"/>
                </a:lnTo>
                <a:lnTo>
                  <a:pt x="1119403" y="484301"/>
                </a:lnTo>
                <a:lnTo>
                  <a:pt x="1071791" y="471081"/>
                </a:lnTo>
                <a:lnTo>
                  <a:pt x="1055903" y="467093"/>
                </a:lnTo>
                <a:lnTo>
                  <a:pt x="1059764" y="458444"/>
                </a:lnTo>
                <a:lnTo>
                  <a:pt x="1017181" y="433552"/>
                </a:lnTo>
                <a:lnTo>
                  <a:pt x="978890" y="402069"/>
                </a:lnTo>
                <a:lnTo>
                  <a:pt x="966266" y="388683"/>
                </a:lnTo>
                <a:lnTo>
                  <a:pt x="944219" y="365328"/>
                </a:lnTo>
                <a:lnTo>
                  <a:pt x="912469" y="324650"/>
                </a:lnTo>
                <a:lnTo>
                  <a:pt x="902385" y="309867"/>
                </a:lnTo>
                <a:lnTo>
                  <a:pt x="902385" y="388683"/>
                </a:lnTo>
                <a:lnTo>
                  <a:pt x="867562" y="370928"/>
                </a:lnTo>
                <a:lnTo>
                  <a:pt x="833678" y="351307"/>
                </a:lnTo>
                <a:lnTo>
                  <a:pt x="799795" y="329819"/>
                </a:lnTo>
                <a:lnTo>
                  <a:pt x="764984" y="306463"/>
                </a:lnTo>
                <a:lnTo>
                  <a:pt x="722477" y="272986"/>
                </a:lnTo>
                <a:lnTo>
                  <a:pt x="685126" y="235305"/>
                </a:lnTo>
                <a:lnTo>
                  <a:pt x="653288" y="193446"/>
                </a:lnTo>
                <a:lnTo>
                  <a:pt x="627329" y="147408"/>
                </a:lnTo>
                <a:lnTo>
                  <a:pt x="607606" y="97167"/>
                </a:lnTo>
                <a:lnTo>
                  <a:pt x="602602" y="54813"/>
                </a:lnTo>
                <a:lnTo>
                  <a:pt x="610108" y="47332"/>
                </a:lnTo>
                <a:lnTo>
                  <a:pt x="622592" y="47332"/>
                </a:lnTo>
                <a:lnTo>
                  <a:pt x="630085" y="49834"/>
                </a:lnTo>
                <a:lnTo>
                  <a:pt x="635088" y="54813"/>
                </a:lnTo>
                <a:lnTo>
                  <a:pt x="676325" y="83477"/>
                </a:lnTo>
                <a:lnTo>
                  <a:pt x="713854" y="120281"/>
                </a:lnTo>
                <a:lnTo>
                  <a:pt x="748753" y="163169"/>
                </a:lnTo>
                <a:lnTo>
                  <a:pt x="782091" y="210134"/>
                </a:lnTo>
                <a:lnTo>
                  <a:pt x="814946" y="259118"/>
                </a:lnTo>
                <a:lnTo>
                  <a:pt x="835634" y="293382"/>
                </a:lnTo>
                <a:lnTo>
                  <a:pt x="856792" y="325780"/>
                </a:lnTo>
                <a:lnTo>
                  <a:pt x="878878" y="357238"/>
                </a:lnTo>
                <a:lnTo>
                  <a:pt x="902385" y="388683"/>
                </a:lnTo>
                <a:lnTo>
                  <a:pt x="902385" y="309867"/>
                </a:lnTo>
                <a:lnTo>
                  <a:pt x="882929" y="281330"/>
                </a:lnTo>
                <a:lnTo>
                  <a:pt x="854925" y="236702"/>
                </a:lnTo>
                <a:lnTo>
                  <a:pt x="826935" y="193103"/>
                </a:lnTo>
                <a:lnTo>
                  <a:pt x="797648" y="150329"/>
                </a:lnTo>
                <a:lnTo>
                  <a:pt x="766546" y="109639"/>
                </a:lnTo>
                <a:lnTo>
                  <a:pt x="733158" y="72263"/>
                </a:lnTo>
                <a:lnTo>
                  <a:pt x="696988" y="39458"/>
                </a:lnTo>
                <a:lnTo>
                  <a:pt x="657567" y="12458"/>
                </a:lnTo>
                <a:lnTo>
                  <a:pt x="615099" y="0"/>
                </a:lnTo>
                <a:lnTo>
                  <a:pt x="595960" y="4991"/>
                </a:lnTo>
                <a:lnTo>
                  <a:pt x="580123" y="15582"/>
                </a:lnTo>
                <a:lnTo>
                  <a:pt x="568020" y="30848"/>
                </a:lnTo>
                <a:lnTo>
                  <a:pt x="560133" y="49834"/>
                </a:lnTo>
                <a:lnTo>
                  <a:pt x="559155" y="64782"/>
                </a:lnTo>
                <a:lnTo>
                  <a:pt x="559816" y="79730"/>
                </a:lnTo>
                <a:lnTo>
                  <a:pt x="582764" y="156235"/>
                </a:lnTo>
                <a:lnTo>
                  <a:pt x="605472" y="200901"/>
                </a:lnTo>
                <a:lnTo>
                  <a:pt x="632891" y="242938"/>
                </a:lnTo>
                <a:lnTo>
                  <a:pt x="664679" y="281647"/>
                </a:lnTo>
                <a:lnTo>
                  <a:pt x="700506" y="316344"/>
                </a:lnTo>
                <a:lnTo>
                  <a:pt x="740003" y="346329"/>
                </a:lnTo>
                <a:lnTo>
                  <a:pt x="780859" y="372414"/>
                </a:lnTo>
                <a:lnTo>
                  <a:pt x="822147" y="397281"/>
                </a:lnTo>
                <a:lnTo>
                  <a:pt x="864019" y="420928"/>
                </a:lnTo>
                <a:lnTo>
                  <a:pt x="885786" y="432396"/>
                </a:lnTo>
                <a:lnTo>
                  <a:pt x="878674" y="431266"/>
                </a:lnTo>
                <a:lnTo>
                  <a:pt x="829538" y="425246"/>
                </a:lnTo>
                <a:lnTo>
                  <a:pt x="794562" y="422300"/>
                </a:lnTo>
                <a:lnTo>
                  <a:pt x="797458" y="408609"/>
                </a:lnTo>
                <a:lnTo>
                  <a:pt x="748728" y="398703"/>
                </a:lnTo>
                <a:lnTo>
                  <a:pt x="699947" y="389547"/>
                </a:lnTo>
                <a:lnTo>
                  <a:pt x="651052" y="381203"/>
                </a:lnTo>
                <a:lnTo>
                  <a:pt x="601980" y="373735"/>
                </a:lnTo>
                <a:lnTo>
                  <a:pt x="552665" y="367207"/>
                </a:lnTo>
                <a:lnTo>
                  <a:pt x="510171" y="362470"/>
                </a:lnTo>
                <a:lnTo>
                  <a:pt x="510171" y="411111"/>
                </a:lnTo>
                <a:lnTo>
                  <a:pt x="497687" y="416090"/>
                </a:lnTo>
                <a:lnTo>
                  <a:pt x="452793" y="428282"/>
                </a:lnTo>
                <a:lnTo>
                  <a:pt x="408368" y="442569"/>
                </a:lnTo>
                <a:lnTo>
                  <a:pt x="364883" y="459193"/>
                </a:lnTo>
                <a:lnTo>
                  <a:pt x="322821" y="478383"/>
                </a:lnTo>
                <a:lnTo>
                  <a:pt x="260362" y="505777"/>
                </a:lnTo>
                <a:lnTo>
                  <a:pt x="226161" y="520382"/>
                </a:lnTo>
                <a:lnTo>
                  <a:pt x="191033" y="531012"/>
                </a:lnTo>
                <a:lnTo>
                  <a:pt x="154965" y="538378"/>
                </a:lnTo>
                <a:lnTo>
                  <a:pt x="117970" y="543153"/>
                </a:lnTo>
                <a:lnTo>
                  <a:pt x="103720" y="541794"/>
                </a:lnTo>
                <a:lnTo>
                  <a:pt x="60515" y="523227"/>
                </a:lnTo>
                <a:lnTo>
                  <a:pt x="44348" y="490296"/>
                </a:lnTo>
                <a:lnTo>
                  <a:pt x="48031" y="478383"/>
                </a:lnTo>
                <a:lnTo>
                  <a:pt x="118745" y="440182"/>
                </a:lnTo>
                <a:lnTo>
                  <a:pt x="163398" y="425234"/>
                </a:lnTo>
                <a:lnTo>
                  <a:pt x="209143" y="413600"/>
                </a:lnTo>
                <a:lnTo>
                  <a:pt x="255727" y="405307"/>
                </a:lnTo>
                <a:lnTo>
                  <a:pt x="302869" y="400316"/>
                </a:lnTo>
                <a:lnTo>
                  <a:pt x="349148" y="398703"/>
                </a:lnTo>
                <a:lnTo>
                  <a:pt x="351472" y="398703"/>
                </a:lnTo>
                <a:lnTo>
                  <a:pt x="361924" y="399046"/>
                </a:lnTo>
                <a:lnTo>
                  <a:pt x="386130" y="400761"/>
                </a:lnTo>
                <a:lnTo>
                  <a:pt x="397764" y="401142"/>
                </a:lnTo>
                <a:lnTo>
                  <a:pt x="424459" y="401650"/>
                </a:lnTo>
                <a:lnTo>
                  <a:pt x="452094" y="403326"/>
                </a:lnTo>
                <a:lnTo>
                  <a:pt x="480656" y="406400"/>
                </a:lnTo>
                <a:lnTo>
                  <a:pt x="510171" y="411111"/>
                </a:lnTo>
                <a:lnTo>
                  <a:pt x="510171" y="362470"/>
                </a:lnTo>
                <a:lnTo>
                  <a:pt x="503059" y="361670"/>
                </a:lnTo>
                <a:lnTo>
                  <a:pt x="453110" y="357187"/>
                </a:lnTo>
                <a:lnTo>
                  <a:pt x="402755" y="353796"/>
                </a:lnTo>
                <a:lnTo>
                  <a:pt x="391515" y="352361"/>
                </a:lnTo>
                <a:lnTo>
                  <a:pt x="380276" y="351624"/>
                </a:lnTo>
                <a:lnTo>
                  <a:pt x="369036" y="351358"/>
                </a:lnTo>
                <a:lnTo>
                  <a:pt x="356793" y="351358"/>
                </a:lnTo>
                <a:lnTo>
                  <a:pt x="305727" y="353339"/>
                </a:lnTo>
                <a:lnTo>
                  <a:pt x="254444" y="359244"/>
                </a:lnTo>
                <a:lnTo>
                  <a:pt x="203835" y="368757"/>
                </a:lnTo>
                <a:lnTo>
                  <a:pt x="153860" y="381584"/>
                </a:lnTo>
                <a:lnTo>
                  <a:pt x="104444" y="397459"/>
                </a:lnTo>
                <a:lnTo>
                  <a:pt x="55511" y="416090"/>
                </a:lnTo>
                <a:lnTo>
                  <a:pt x="17919" y="444474"/>
                </a:lnTo>
                <a:lnTo>
                  <a:pt x="0" y="483171"/>
                </a:lnTo>
                <a:lnTo>
                  <a:pt x="1803" y="511086"/>
                </a:lnTo>
                <a:lnTo>
                  <a:pt x="33032" y="560603"/>
                </a:lnTo>
                <a:lnTo>
                  <a:pt x="71742" y="579920"/>
                </a:lnTo>
                <a:lnTo>
                  <a:pt x="117970" y="588010"/>
                </a:lnTo>
                <a:lnTo>
                  <a:pt x="122961" y="588010"/>
                </a:lnTo>
                <a:lnTo>
                  <a:pt x="161175" y="584631"/>
                </a:lnTo>
                <a:lnTo>
                  <a:pt x="200088" y="577735"/>
                </a:lnTo>
                <a:lnTo>
                  <a:pt x="238544" y="566635"/>
                </a:lnTo>
                <a:lnTo>
                  <a:pt x="275361" y="550633"/>
                </a:lnTo>
                <a:lnTo>
                  <a:pt x="293763" y="543153"/>
                </a:lnTo>
                <a:lnTo>
                  <a:pt x="342798" y="523227"/>
                </a:lnTo>
                <a:lnTo>
                  <a:pt x="384009" y="505409"/>
                </a:lnTo>
                <a:lnTo>
                  <a:pt x="425234" y="488975"/>
                </a:lnTo>
                <a:lnTo>
                  <a:pt x="466458" y="473481"/>
                </a:lnTo>
                <a:lnTo>
                  <a:pt x="507682" y="458444"/>
                </a:lnTo>
                <a:lnTo>
                  <a:pt x="544753" y="451904"/>
                </a:lnTo>
                <a:lnTo>
                  <a:pt x="557339" y="450303"/>
                </a:lnTo>
                <a:lnTo>
                  <a:pt x="540499" y="458254"/>
                </a:lnTo>
                <a:lnTo>
                  <a:pt x="501116" y="490524"/>
                </a:lnTo>
                <a:lnTo>
                  <a:pt x="470636" y="531685"/>
                </a:lnTo>
                <a:lnTo>
                  <a:pt x="450227" y="580529"/>
                </a:lnTo>
                <a:lnTo>
                  <a:pt x="446925" y="624027"/>
                </a:lnTo>
                <a:lnTo>
                  <a:pt x="456819" y="665962"/>
                </a:lnTo>
                <a:lnTo>
                  <a:pt x="478091" y="703592"/>
                </a:lnTo>
                <a:lnTo>
                  <a:pt x="508965" y="734174"/>
                </a:lnTo>
                <a:lnTo>
                  <a:pt x="547649" y="754938"/>
                </a:lnTo>
                <a:lnTo>
                  <a:pt x="570128" y="754938"/>
                </a:lnTo>
                <a:lnTo>
                  <a:pt x="617588" y="745286"/>
                </a:lnTo>
                <a:lnTo>
                  <a:pt x="657567" y="715073"/>
                </a:lnTo>
                <a:lnTo>
                  <a:pt x="684415" y="669302"/>
                </a:lnTo>
                <a:lnTo>
                  <a:pt x="687781" y="643953"/>
                </a:lnTo>
                <a:lnTo>
                  <a:pt x="685050" y="617905"/>
                </a:lnTo>
                <a:lnTo>
                  <a:pt x="637578" y="632853"/>
                </a:lnTo>
                <a:lnTo>
                  <a:pt x="639445" y="644817"/>
                </a:lnTo>
                <a:lnTo>
                  <a:pt x="637578" y="657466"/>
                </a:lnTo>
                <a:lnTo>
                  <a:pt x="612317" y="691451"/>
                </a:lnTo>
                <a:lnTo>
                  <a:pt x="572630" y="705104"/>
                </a:lnTo>
                <a:lnTo>
                  <a:pt x="567639" y="702614"/>
                </a:lnTo>
                <a:lnTo>
                  <a:pt x="560133" y="702614"/>
                </a:lnTo>
                <a:lnTo>
                  <a:pt x="528586" y="684009"/>
                </a:lnTo>
                <a:lnTo>
                  <a:pt x="506425" y="656526"/>
                </a:lnTo>
                <a:lnTo>
                  <a:pt x="495503" y="623443"/>
                </a:lnTo>
                <a:lnTo>
                  <a:pt x="497687" y="588022"/>
                </a:lnTo>
                <a:lnTo>
                  <a:pt x="513448" y="549859"/>
                </a:lnTo>
                <a:lnTo>
                  <a:pt x="537654" y="518248"/>
                </a:lnTo>
                <a:lnTo>
                  <a:pt x="569353" y="494118"/>
                </a:lnTo>
                <a:lnTo>
                  <a:pt x="607606" y="478383"/>
                </a:lnTo>
                <a:lnTo>
                  <a:pt x="669112" y="465924"/>
                </a:lnTo>
                <a:lnTo>
                  <a:pt x="732510" y="460933"/>
                </a:lnTo>
                <a:lnTo>
                  <a:pt x="743750" y="460984"/>
                </a:lnTo>
                <a:lnTo>
                  <a:pt x="754989" y="461251"/>
                </a:lnTo>
                <a:lnTo>
                  <a:pt x="766229" y="462000"/>
                </a:lnTo>
                <a:lnTo>
                  <a:pt x="777481" y="463435"/>
                </a:lnTo>
                <a:lnTo>
                  <a:pt x="829678" y="468947"/>
                </a:lnTo>
                <a:lnTo>
                  <a:pt x="881405" y="476186"/>
                </a:lnTo>
                <a:lnTo>
                  <a:pt x="932713" y="485051"/>
                </a:lnTo>
                <a:lnTo>
                  <a:pt x="983640" y="495388"/>
                </a:lnTo>
                <a:lnTo>
                  <a:pt x="1034262" y="507098"/>
                </a:lnTo>
                <a:lnTo>
                  <a:pt x="1084630" y="520065"/>
                </a:lnTo>
                <a:lnTo>
                  <a:pt x="1134783" y="534136"/>
                </a:lnTo>
                <a:lnTo>
                  <a:pt x="1184783" y="549224"/>
                </a:lnTo>
                <a:lnTo>
                  <a:pt x="1234694" y="565188"/>
                </a:lnTo>
                <a:lnTo>
                  <a:pt x="1284566" y="581901"/>
                </a:lnTo>
                <a:lnTo>
                  <a:pt x="1334452" y="599249"/>
                </a:lnTo>
                <a:lnTo>
                  <a:pt x="1384401" y="617105"/>
                </a:lnTo>
                <a:lnTo>
                  <a:pt x="1434477" y="635342"/>
                </a:lnTo>
                <a:lnTo>
                  <a:pt x="1483042" y="654037"/>
                </a:lnTo>
                <a:lnTo>
                  <a:pt x="1531340" y="672719"/>
                </a:lnTo>
                <a:lnTo>
                  <a:pt x="1579397" y="691413"/>
                </a:lnTo>
                <a:lnTo>
                  <a:pt x="1627251" y="710095"/>
                </a:lnTo>
                <a:lnTo>
                  <a:pt x="1674926" y="728776"/>
                </a:lnTo>
                <a:lnTo>
                  <a:pt x="1722450" y="747471"/>
                </a:lnTo>
                <a:lnTo>
                  <a:pt x="1769846" y="766152"/>
                </a:lnTo>
                <a:lnTo>
                  <a:pt x="1817154" y="784847"/>
                </a:lnTo>
                <a:lnTo>
                  <a:pt x="1911629" y="822210"/>
                </a:lnTo>
                <a:lnTo>
                  <a:pt x="1914131" y="824699"/>
                </a:lnTo>
                <a:lnTo>
                  <a:pt x="1961616" y="845705"/>
                </a:lnTo>
                <a:lnTo>
                  <a:pt x="2009330" y="863930"/>
                </a:lnTo>
                <a:lnTo>
                  <a:pt x="2057450" y="879525"/>
                </a:lnTo>
                <a:lnTo>
                  <a:pt x="2106193" y="892632"/>
                </a:lnTo>
                <a:lnTo>
                  <a:pt x="2155774" y="903376"/>
                </a:lnTo>
                <a:lnTo>
                  <a:pt x="2206409" y="911910"/>
                </a:lnTo>
                <a:lnTo>
                  <a:pt x="2217255" y="911250"/>
                </a:lnTo>
                <a:lnTo>
                  <a:pt x="2227643" y="912228"/>
                </a:lnTo>
                <a:lnTo>
                  <a:pt x="2238019" y="913663"/>
                </a:lnTo>
                <a:lnTo>
                  <a:pt x="2248878" y="914412"/>
                </a:lnTo>
                <a:lnTo>
                  <a:pt x="2296210" y="911529"/>
                </a:lnTo>
                <a:lnTo>
                  <a:pt x="2342781" y="903058"/>
                </a:lnTo>
                <a:lnTo>
                  <a:pt x="2387828" y="889177"/>
                </a:lnTo>
                <a:lnTo>
                  <a:pt x="2430576" y="870115"/>
                </a:lnTo>
                <a:lnTo>
                  <a:pt x="2470289" y="846061"/>
                </a:lnTo>
                <a:lnTo>
                  <a:pt x="2506180" y="817232"/>
                </a:lnTo>
                <a:lnTo>
                  <a:pt x="2532367" y="779995"/>
                </a:lnTo>
                <a:lnTo>
                  <a:pt x="2552738" y="739762"/>
                </a:lnTo>
                <a:lnTo>
                  <a:pt x="2567076" y="697318"/>
                </a:lnTo>
                <a:lnTo>
                  <a:pt x="2575191" y="653415"/>
                </a:lnTo>
                <a:lnTo>
                  <a:pt x="2576855" y="608812"/>
                </a:lnTo>
                <a:close/>
              </a:path>
            </a:pathLst>
          </a:custGeom>
          <a:solidFill>
            <a:srgbClr val="E49E4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IN" sz="899"/>
          </a:p>
        </p:txBody>
      </p:sp>
      <p:pic>
        <p:nvPicPr>
          <p:cNvPr id="67594" name="object 15">
            <a:extLst>
              <a:ext uri="{FF2B5EF4-FFF2-40B4-BE49-F238E27FC236}">
                <a16:creationId xmlns:a16="http://schemas.microsoft.com/office/drawing/2014/main" id="{8591582E-6C12-5777-4EFA-0E48408B0A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1013" y="222769"/>
            <a:ext cx="1148726" cy="1148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595" name="object 16">
            <a:extLst>
              <a:ext uri="{FF2B5EF4-FFF2-40B4-BE49-F238E27FC236}">
                <a16:creationId xmlns:a16="http://schemas.microsoft.com/office/drawing/2014/main" id="{ADB26B4C-64B2-F297-1344-A34044CB66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298" y="222769"/>
            <a:ext cx="1149518" cy="1148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2065</TotalTime>
  <Words>560</Words>
  <Application>Microsoft Office PowerPoint</Application>
  <PresentationFormat>On-screen Show (16:9)</PresentationFormat>
  <Paragraphs>116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Times New Roman</vt:lpstr>
      <vt:lpstr>IBM Plex Sans Light</vt:lpstr>
      <vt:lpstr>Courier New</vt:lpstr>
      <vt:lpstr>Palatino Linotype</vt:lpstr>
      <vt:lpstr>Tahoma</vt:lpstr>
      <vt:lpstr>Corbel</vt:lpstr>
      <vt:lpstr>Depth</vt:lpstr>
      <vt:lpstr>Weather Webpage Project</vt:lpstr>
      <vt:lpstr>PowerPoint Presentation</vt:lpstr>
      <vt:lpstr>Introduction to Weather Webpage Project</vt:lpstr>
      <vt:lpstr>Importance of Real-Time Weather Data</vt:lpstr>
      <vt:lpstr>PowerPoint Presentation</vt:lpstr>
      <vt:lpstr>PowerPoint Presentation</vt:lpstr>
      <vt:lpstr>PowerPoint Presentation</vt:lpstr>
      <vt:lpstr>DETAILED WORKING PROCEDURE OF CODE         </vt:lpstr>
      <vt:lpstr>System Requirements</vt:lpstr>
      <vt:lpstr>Skill Development in Web Technologies</vt:lpstr>
      <vt:lpstr>Data Visualization Techniques for Weather Data</vt:lpstr>
      <vt:lpstr>Potential Enhancements for Future Versions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 Forecast App</dc:title>
  <dc:creator>Vinod Narkhede</dc:creator>
  <cp:lastModifiedBy>Mr Sanjay</cp:lastModifiedBy>
  <cp:revision>11</cp:revision>
  <dcterms:modified xsi:type="dcterms:W3CDTF">2026-01-15T22:07:01Z</dcterms:modified>
</cp:coreProperties>
</file>